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66" d="100"/>
          <a:sy n="66" d="100"/>
        </p:scale>
        <p:origin x="165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69D8CB-5A05-DBBE-290E-003C565BD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0A3AF2C-CC78-1633-EB55-0DB1452EB4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A81AB6-98A0-4D4B-37C2-DFF1E78A8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B251-B2AB-D972-1340-C6E052EE7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578075-5D28-5DF6-A511-460BDDDA4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938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BDB290-8784-4824-C9F6-A86F19AE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D04973-1F36-25B0-F3FA-C5BEC7C6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6D2F18-864A-0E7E-EA06-44A617E50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BBC5CD-83C8-F006-85FD-96A06F8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CB0DF-C315-2265-A63E-D824CE855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1381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E1820-A10A-3D62-838B-A7098DE60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53D4E0-5D7F-DF49-8499-12DA39E10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5AA950-FEA8-EF96-8F23-92ED28DB6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70F697-855E-48B6-F0D4-8D4E598C9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919A43-7391-CF1B-D008-A77D39C93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8367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52588F-0BC2-F0C0-4A46-AB1DAB21F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490DA9-9ED0-BAA2-D8F8-3FE1F8FDA6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AB5AF2-187D-1BAC-1162-755447EC70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F1D9BE-902B-FD20-F482-96F3A218F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6AC1EE-D5A8-5D87-719B-550876E08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7FDC35-6713-5A45-51E4-32EF44ABA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196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13C2B0-C206-D0A8-D8C8-86269E33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CF95DF-CCC6-577F-0B0E-F24BAD74F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F32779E-74B8-92DB-1767-5EC6D00F74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F89B7C0-DE2A-422B-C3D2-10760BA2C4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C4F80F5-16B9-10D9-5065-0E80FED9B3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9FA72C6-D365-7CB0-CC1C-BD4E14D77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56FCBCB-009F-D372-665E-AD7D2E543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BFDD396-A166-52CE-758A-009C65507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6301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39B491-6EE6-D47C-0893-CD754A757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B20DB39-923A-3ABC-45B4-B515E3A2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FFCFB04-14ED-1877-1D12-6AD2533B7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63F9BE3-44FA-C03C-AF40-4B776C088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7080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8A2122F-5EF8-C219-0DE0-4B88011F2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7BAB168-F292-90AE-D3E2-7BA521574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2EF6F3-0720-A858-CC06-509B0804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7196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A9822A-B90F-89FC-BE13-D4E2336F5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24282D-2C71-D208-1943-FA7728602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980B978-917C-D487-F6E4-2E166F3A9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A46AE4E-A262-33BB-4BDD-17771A5B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8D32E47-91BB-3A26-D181-6025FBE6B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3A6C1F-068D-0C05-539E-937E8F20D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46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DAFE0F-CBDF-033C-985F-0CF7F468F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E199F55-0DB1-DF4C-9B57-64A66448DB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56BA774-D60E-BB65-3B4F-A601B19CF1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93591C3-0B77-8F27-5E86-47A6F7F4A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E32CDA-71AD-FE2A-8C53-14B4D36D1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352420-82AE-C7A7-68AA-A81FE0987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1296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156385-CA65-E89D-5D43-87415DD4A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DCFBABC-54E4-DA36-767F-41561F24C4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083D7D-384B-E797-11BE-A96A16662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B41B1C-06F6-18C3-3C1B-9E1B08CDA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1CE6C7-9DE2-3459-F6C3-C9D43CAF6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6515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FD27D60-EE40-7E19-58DB-47BEF683B8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341C607-BD49-7F1A-46A7-1203364193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6C0B2-ADFB-3F48-5FBD-31C877244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D6BF68-761D-2F58-1012-08E430C8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1A5248-9CB2-5BE2-B117-7B5989057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838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81E84E-7E1C-51B1-AE42-BA6E07817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325068-2C79-D188-8F27-2A9E47F32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2E2E7A-1517-6294-4CCB-89F8C95CF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413DF1-B25B-44AC-8B46-6DC5B6BC09E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C6A2D4-527A-E8DB-64D0-86F6DCA8C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CD388F-6C72-B3AF-BF09-FFB3EE1A7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EDC50A-CCD1-4445-8ACF-602C939888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738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sv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sv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E54BB-3A7D-F8A5-C7C8-360F8EEFE38B}"/>
              </a:ext>
            </a:extLst>
          </p:cNvPr>
          <p:cNvGrpSpPr/>
          <p:nvPr/>
        </p:nvGrpSpPr>
        <p:grpSpPr>
          <a:xfrm>
            <a:off x="1246167" y="0"/>
            <a:ext cx="9699665" cy="6858000"/>
            <a:chOff x="1246167" y="0"/>
            <a:chExt cx="9699665" cy="6858000"/>
          </a:xfrm>
        </p:grpSpPr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A8AD7E2D-90E0-3D31-20A3-241FF3DD5B8D}"/>
                </a:ext>
              </a:extLst>
            </p:cNvPr>
            <p:cNvGrpSpPr/>
            <p:nvPr/>
          </p:nvGrpSpPr>
          <p:grpSpPr>
            <a:xfrm>
              <a:off x="1246167" y="0"/>
              <a:ext cx="9699665" cy="6858000"/>
              <a:chOff x="1246167" y="0"/>
              <a:chExt cx="9699665" cy="6858000"/>
            </a:xfrm>
          </p:grpSpPr>
          <p:pic>
            <p:nvPicPr>
              <p:cNvPr id="5" name="图形 4">
                <a:extLst>
                  <a:ext uri="{FF2B5EF4-FFF2-40B4-BE49-F238E27FC236}">
                    <a16:creationId xmlns:a16="http://schemas.microsoft.com/office/drawing/2014/main" id="{A3822106-E06F-225F-2B27-C4F8F17CFD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46167" y="0"/>
                <a:ext cx="9699665" cy="6858000"/>
              </a:xfrm>
              <a:prstGeom prst="rect">
                <a:avLst/>
              </a:prstGeom>
            </p:spPr>
          </p:pic>
          <p:cxnSp>
            <p:nvCxnSpPr>
              <p:cNvPr id="7" name="直接连接符 6">
                <a:extLst>
                  <a:ext uri="{FF2B5EF4-FFF2-40B4-BE49-F238E27FC236}">
                    <a16:creationId xmlns:a16="http://schemas.microsoft.com/office/drawing/2014/main" id="{2B50117F-1405-1519-640D-721E52F2D328}"/>
                  </a:ext>
                </a:extLst>
              </p:cNvPr>
              <p:cNvCxnSpPr/>
              <p:nvPr/>
            </p:nvCxnSpPr>
            <p:spPr>
              <a:xfrm flipV="1">
                <a:off x="5437305" y="472542"/>
                <a:ext cx="0" cy="5062953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C7BB9DF1-C0AD-203F-867C-C94D23C52B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11645" y="1868150"/>
                <a:ext cx="4362058" cy="2588473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AFC88372-7BA6-6D77-D2F9-ED8F9C3FE79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429000" y="1791278"/>
                <a:ext cx="4597400" cy="2665979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758C1BE7-1B05-2973-974E-5854FA1B2C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37305" y="2959976"/>
                <a:ext cx="0" cy="58173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E8660C5C-812B-3328-331C-7C87F778404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51413" y="2956171"/>
                <a:ext cx="485892" cy="291502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F3F4D212-23EF-C3FE-3670-9A3131A68E99}"/>
                  </a:ext>
                </a:extLst>
              </p:cNvPr>
              <p:cNvCxnSpPr/>
              <p:nvPr/>
            </p:nvCxnSpPr>
            <p:spPr>
              <a:xfrm>
                <a:off x="5437305" y="2953624"/>
                <a:ext cx="476133" cy="278524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接箭头连接符 32">
                <a:extLst>
                  <a:ext uri="{FF2B5EF4-FFF2-40B4-BE49-F238E27FC236}">
                    <a16:creationId xmlns:a16="http://schemas.microsoft.com/office/drawing/2014/main" id="{CA49E459-F7F6-14A1-FEFD-FCE567F2DD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37305" y="3944091"/>
                <a:ext cx="0" cy="58173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BB402AB-A1BE-1DD5-16C3-9BD88B9410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3450" y="3652589"/>
                <a:ext cx="779431" cy="467605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458E29B7-E967-C4FB-35A2-3D4E2E4D3F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44663" y="3652589"/>
                <a:ext cx="626313" cy="366375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210F4D38-D757-B565-0E67-C61BD0565D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37305" y="5250978"/>
                <a:ext cx="0" cy="135234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F79C0020-B7A4-4A78-59A9-ED2DD4CDD9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50438" y="4200041"/>
                <a:ext cx="991298" cy="594711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直接箭头连接符 37">
                <a:extLst>
                  <a:ext uri="{FF2B5EF4-FFF2-40B4-BE49-F238E27FC236}">
                    <a16:creationId xmlns:a16="http://schemas.microsoft.com/office/drawing/2014/main" id="{ABC14DC2-4237-94E4-0D82-2930F844C1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50267" y="4178099"/>
                <a:ext cx="1115054" cy="652274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A2EA7929-846F-C28D-4D88-89620627B7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430486" y="472542"/>
                <a:ext cx="6819" cy="670458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F1B8E288-B9BB-2C07-5B5B-1BE0A2B3086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54696" y="1722967"/>
                <a:ext cx="746771" cy="452966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C868F84A-5F61-72E9-8279-00B4046972F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42733" y="1672167"/>
                <a:ext cx="767202" cy="45827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0" name="任意多边形: 形状 79">
              <a:extLst>
                <a:ext uri="{FF2B5EF4-FFF2-40B4-BE49-F238E27FC236}">
                  <a16:creationId xmlns:a16="http://schemas.microsoft.com/office/drawing/2014/main" id="{3B5482A2-8543-FDE8-A363-A26BEE88947D}"/>
                </a:ext>
              </a:extLst>
            </p:cNvPr>
            <p:cNvSpPr/>
            <p:nvPr/>
          </p:nvSpPr>
          <p:spPr>
            <a:xfrm>
              <a:off x="4884386" y="4740420"/>
              <a:ext cx="1092200" cy="375571"/>
            </a:xfrm>
            <a:custGeom>
              <a:avLst/>
              <a:gdLst>
                <a:gd name="csX0" fmla="*/ 0 w 1092200"/>
                <a:gd name="csY0" fmla="*/ 375571 h 375571"/>
                <a:gd name="csX1" fmla="*/ 133350 w 1092200"/>
                <a:gd name="csY1" fmla="*/ 197771 h 375571"/>
                <a:gd name="csX2" fmla="*/ 361950 w 1092200"/>
                <a:gd name="csY2" fmla="*/ 45371 h 375571"/>
                <a:gd name="csX3" fmla="*/ 539750 w 1092200"/>
                <a:gd name="csY3" fmla="*/ 921 h 375571"/>
                <a:gd name="csX4" fmla="*/ 749300 w 1092200"/>
                <a:gd name="csY4" fmla="*/ 26321 h 375571"/>
                <a:gd name="csX5" fmla="*/ 933450 w 1092200"/>
                <a:gd name="csY5" fmla="*/ 146971 h 375571"/>
                <a:gd name="csX6" fmla="*/ 1092200 w 1092200"/>
                <a:gd name="csY6" fmla="*/ 375571 h 375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92200" h="375571">
                  <a:moveTo>
                    <a:pt x="0" y="375571"/>
                  </a:moveTo>
                  <a:cubicBezTo>
                    <a:pt x="36512" y="314187"/>
                    <a:pt x="73025" y="252804"/>
                    <a:pt x="133350" y="197771"/>
                  </a:cubicBezTo>
                  <a:cubicBezTo>
                    <a:pt x="193675" y="142738"/>
                    <a:pt x="294217" y="78179"/>
                    <a:pt x="361950" y="45371"/>
                  </a:cubicBezTo>
                  <a:cubicBezTo>
                    <a:pt x="429683" y="12563"/>
                    <a:pt x="475192" y="4096"/>
                    <a:pt x="539750" y="921"/>
                  </a:cubicBezTo>
                  <a:cubicBezTo>
                    <a:pt x="604308" y="-2254"/>
                    <a:pt x="683683" y="1979"/>
                    <a:pt x="749300" y="26321"/>
                  </a:cubicBezTo>
                  <a:cubicBezTo>
                    <a:pt x="814917" y="50663"/>
                    <a:pt x="876300" y="88763"/>
                    <a:pt x="933450" y="146971"/>
                  </a:cubicBezTo>
                  <a:cubicBezTo>
                    <a:pt x="990600" y="205179"/>
                    <a:pt x="1061508" y="329004"/>
                    <a:pt x="1092200" y="375571"/>
                  </a:cubicBezTo>
                </a:path>
              </a:pathLst>
            </a:custGeom>
            <a:ln w="190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任意多边形: 形状 80">
              <a:extLst>
                <a:ext uri="{FF2B5EF4-FFF2-40B4-BE49-F238E27FC236}">
                  <a16:creationId xmlns:a16="http://schemas.microsoft.com/office/drawing/2014/main" id="{7EFF691C-9016-440E-E9AA-C826CD8889B2}"/>
                </a:ext>
              </a:extLst>
            </p:cNvPr>
            <p:cNvSpPr/>
            <p:nvPr/>
          </p:nvSpPr>
          <p:spPr>
            <a:xfrm rot="16851560">
              <a:off x="2238231" y="3706149"/>
              <a:ext cx="760472" cy="261501"/>
            </a:xfrm>
            <a:custGeom>
              <a:avLst/>
              <a:gdLst>
                <a:gd name="csX0" fmla="*/ 0 w 1092200"/>
                <a:gd name="csY0" fmla="*/ 375571 h 375571"/>
                <a:gd name="csX1" fmla="*/ 133350 w 1092200"/>
                <a:gd name="csY1" fmla="*/ 197771 h 375571"/>
                <a:gd name="csX2" fmla="*/ 361950 w 1092200"/>
                <a:gd name="csY2" fmla="*/ 45371 h 375571"/>
                <a:gd name="csX3" fmla="*/ 539750 w 1092200"/>
                <a:gd name="csY3" fmla="*/ 921 h 375571"/>
                <a:gd name="csX4" fmla="*/ 749300 w 1092200"/>
                <a:gd name="csY4" fmla="*/ 26321 h 375571"/>
                <a:gd name="csX5" fmla="*/ 933450 w 1092200"/>
                <a:gd name="csY5" fmla="*/ 146971 h 375571"/>
                <a:gd name="csX6" fmla="*/ 1092200 w 1092200"/>
                <a:gd name="csY6" fmla="*/ 375571 h 375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92200" h="375571">
                  <a:moveTo>
                    <a:pt x="0" y="375571"/>
                  </a:moveTo>
                  <a:cubicBezTo>
                    <a:pt x="36512" y="314187"/>
                    <a:pt x="73025" y="252804"/>
                    <a:pt x="133350" y="197771"/>
                  </a:cubicBezTo>
                  <a:cubicBezTo>
                    <a:pt x="193675" y="142738"/>
                    <a:pt x="294217" y="78179"/>
                    <a:pt x="361950" y="45371"/>
                  </a:cubicBezTo>
                  <a:cubicBezTo>
                    <a:pt x="429683" y="12563"/>
                    <a:pt x="475192" y="4096"/>
                    <a:pt x="539750" y="921"/>
                  </a:cubicBezTo>
                  <a:cubicBezTo>
                    <a:pt x="604308" y="-2254"/>
                    <a:pt x="683683" y="1979"/>
                    <a:pt x="749300" y="26321"/>
                  </a:cubicBezTo>
                  <a:cubicBezTo>
                    <a:pt x="814917" y="50663"/>
                    <a:pt x="876300" y="88763"/>
                    <a:pt x="933450" y="146971"/>
                  </a:cubicBezTo>
                  <a:cubicBezTo>
                    <a:pt x="990600" y="205179"/>
                    <a:pt x="1061508" y="329004"/>
                    <a:pt x="1092200" y="375571"/>
                  </a:cubicBezTo>
                </a:path>
              </a:pathLst>
            </a:custGeom>
            <a:ln w="190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任意多边形: 形状 81">
              <a:extLst>
                <a:ext uri="{FF2B5EF4-FFF2-40B4-BE49-F238E27FC236}">
                  <a16:creationId xmlns:a16="http://schemas.microsoft.com/office/drawing/2014/main" id="{4495706B-2500-7A0C-7B02-53D7BFF512D9}"/>
                </a:ext>
              </a:extLst>
            </p:cNvPr>
            <p:cNvSpPr/>
            <p:nvPr/>
          </p:nvSpPr>
          <p:spPr>
            <a:xfrm rot="5400000">
              <a:off x="7858308" y="3813341"/>
              <a:ext cx="760472" cy="261501"/>
            </a:xfrm>
            <a:custGeom>
              <a:avLst/>
              <a:gdLst>
                <a:gd name="csX0" fmla="*/ 0 w 1092200"/>
                <a:gd name="csY0" fmla="*/ 375571 h 375571"/>
                <a:gd name="csX1" fmla="*/ 133350 w 1092200"/>
                <a:gd name="csY1" fmla="*/ 197771 h 375571"/>
                <a:gd name="csX2" fmla="*/ 361950 w 1092200"/>
                <a:gd name="csY2" fmla="*/ 45371 h 375571"/>
                <a:gd name="csX3" fmla="*/ 539750 w 1092200"/>
                <a:gd name="csY3" fmla="*/ 921 h 375571"/>
                <a:gd name="csX4" fmla="*/ 749300 w 1092200"/>
                <a:gd name="csY4" fmla="*/ 26321 h 375571"/>
                <a:gd name="csX5" fmla="*/ 933450 w 1092200"/>
                <a:gd name="csY5" fmla="*/ 146971 h 375571"/>
                <a:gd name="csX6" fmla="*/ 1092200 w 1092200"/>
                <a:gd name="csY6" fmla="*/ 375571 h 375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92200" h="375571">
                  <a:moveTo>
                    <a:pt x="0" y="375571"/>
                  </a:moveTo>
                  <a:cubicBezTo>
                    <a:pt x="36512" y="314187"/>
                    <a:pt x="73025" y="252804"/>
                    <a:pt x="133350" y="197771"/>
                  </a:cubicBezTo>
                  <a:cubicBezTo>
                    <a:pt x="193675" y="142738"/>
                    <a:pt x="294217" y="78179"/>
                    <a:pt x="361950" y="45371"/>
                  </a:cubicBezTo>
                  <a:cubicBezTo>
                    <a:pt x="429683" y="12563"/>
                    <a:pt x="475192" y="4096"/>
                    <a:pt x="539750" y="921"/>
                  </a:cubicBezTo>
                  <a:cubicBezTo>
                    <a:pt x="604308" y="-2254"/>
                    <a:pt x="683683" y="1979"/>
                    <a:pt x="749300" y="26321"/>
                  </a:cubicBezTo>
                  <a:cubicBezTo>
                    <a:pt x="814917" y="50663"/>
                    <a:pt x="876300" y="88763"/>
                    <a:pt x="933450" y="146971"/>
                  </a:cubicBezTo>
                  <a:cubicBezTo>
                    <a:pt x="990600" y="205179"/>
                    <a:pt x="1061508" y="329004"/>
                    <a:pt x="1092200" y="375571"/>
                  </a:cubicBezTo>
                </a:path>
              </a:pathLst>
            </a:custGeom>
            <a:ln w="190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D71037EB-FF95-28FF-D1E9-1CCADF884853}"/>
                    </a:ext>
                  </a:extLst>
                </p:cNvPr>
                <p:cNvSpPr txBox="1"/>
                <p:nvPr/>
              </p:nvSpPr>
              <p:spPr>
                <a:xfrm>
                  <a:off x="1669375" y="4651206"/>
                  <a:ext cx="65992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𝒖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D71037EB-FF95-28FF-D1E9-1CCADF8848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9375" y="4651206"/>
                  <a:ext cx="65992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407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文本框 83">
                  <a:extLst>
                    <a:ext uri="{FF2B5EF4-FFF2-40B4-BE49-F238E27FC236}">
                      <a16:creationId xmlns:a16="http://schemas.microsoft.com/office/drawing/2014/main" id="{528A2351-326E-D026-C16F-AA948EBDB8E0}"/>
                    </a:ext>
                  </a:extLst>
                </p:cNvPr>
                <p:cNvSpPr txBox="1"/>
                <p:nvPr/>
              </p:nvSpPr>
              <p:spPr>
                <a:xfrm>
                  <a:off x="5540063" y="6398816"/>
                  <a:ext cx="65242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𝒖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4" name="文本框 83">
                  <a:extLst>
                    <a:ext uri="{FF2B5EF4-FFF2-40B4-BE49-F238E27FC236}">
                      <a16:creationId xmlns:a16="http://schemas.microsoft.com/office/drawing/2014/main" id="{528A2351-326E-D026-C16F-AA948EBDB8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0063" y="6398816"/>
                  <a:ext cx="65242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8411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5" name="文本框 84">
                  <a:extLst>
                    <a:ext uri="{FF2B5EF4-FFF2-40B4-BE49-F238E27FC236}">
                      <a16:creationId xmlns:a16="http://schemas.microsoft.com/office/drawing/2014/main" id="{77F3B0DD-6F8D-7889-6D4C-37F8FAB2B873}"/>
                    </a:ext>
                  </a:extLst>
                </p:cNvPr>
                <p:cNvSpPr txBox="1"/>
                <p:nvPr/>
              </p:nvSpPr>
              <p:spPr>
                <a:xfrm>
                  <a:off x="8686460" y="4663744"/>
                  <a:ext cx="6556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</a:rPr>
                                  <m:t>𝒖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5" name="文本框 84">
                  <a:extLst>
                    <a:ext uri="{FF2B5EF4-FFF2-40B4-BE49-F238E27FC236}">
                      <a16:creationId xmlns:a16="http://schemas.microsoft.com/office/drawing/2014/main" id="{77F3B0DD-6F8D-7889-6D4C-37F8FAB2B8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6460" y="4663744"/>
                  <a:ext cx="655628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8411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4294F3DE-F94B-450A-03FF-280DE6A84280}"/>
                    </a:ext>
                  </a:extLst>
                </p:cNvPr>
                <p:cNvSpPr txBox="1"/>
                <p:nvPr/>
              </p:nvSpPr>
              <p:spPr>
                <a:xfrm>
                  <a:off x="2176317" y="3594422"/>
                  <a:ext cx="28623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4294F3DE-F94B-450A-03FF-280DE6A842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6317" y="3594422"/>
                  <a:ext cx="286232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7021" r="-4255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71F52F76-C89B-389F-BAF6-6778063EE810}"/>
                    </a:ext>
                  </a:extLst>
                </p:cNvPr>
                <p:cNvSpPr txBox="1"/>
                <p:nvPr/>
              </p:nvSpPr>
              <p:spPr>
                <a:xfrm>
                  <a:off x="8444019" y="3732921"/>
                  <a:ext cx="2915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71F52F76-C89B-389F-BAF6-6778063EE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4019" y="3732921"/>
                  <a:ext cx="291555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6667" r="-4167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8A938204-FDDA-8AC4-D4F3-C4EA6CA0465A}"/>
                    </a:ext>
                  </a:extLst>
                </p:cNvPr>
                <p:cNvSpPr txBox="1"/>
                <p:nvPr/>
              </p:nvSpPr>
              <p:spPr>
                <a:xfrm>
                  <a:off x="5990225" y="4830373"/>
                  <a:ext cx="2915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8A938204-FDDA-8AC4-D4F3-C4EA6CA046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0225" y="4830373"/>
                  <a:ext cx="291555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149" r="-6383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5B7C8B0F-68A1-5922-D3E4-C5DDCA87F680}"/>
                    </a:ext>
                  </a:extLst>
                </p:cNvPr>
                <p:cNvSpPr txBox="1"/>
                <p:nvPr/>
              </p:nvSpPr>
              <p:spPr>
                <a:xfrm>
                  <a:off x="3021954" y="1297176"/>
                  <a:ext cx="30239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5B7C8B0F-68A1-5922-D3E4-C5DDCA87F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1954" y="1297176"/>
                  <a:ext cx="302390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10204" r="-6122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D2064225-9E55-2FE1-821C-F639011C9AB6}"/>
                    </a:ext>
                  </a:extLst>
                </p:cNvPr>
                <p:cNvSpPr txBox="1"/>
                <p:nvPr/>
              </p:nvSpPr>
              <p:spPr>
                <a:xfrm>
                  <a:off x="7381680" y="1369615"/>
                  <a:ext cx="3077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D2064225-9E55-2FE1-821C-F639011C9A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1680" y="1369615"/>
                  <a:ext cx="3077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0000" r="-6000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A37CD952-FAD9-391F-49BC-27C6D0F2AA1F}"/>
                    </a:ext>
                  </a:extLst>
                </p:cNvPr>
                <p:cNvSpPr txBox="1"/>
                <p:nvPr/>
              </p:nvSpPr>
              <p:spPr>
                <a:xfrm>
                  <a:off x="5102032" y="194909"/>
                  <a:ext cx="3077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A37CD952-FAD9-391F-49BC-27C6D0F2A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2032" y="194909"/>
                  <a:ext cx="307712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0000" r="-6000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C4C2B850-AD26-85C6-E3DA-707FDB642022}"/>
                    </a:ext>
                  </a:extLst>
                </p:cNvPr>
                <p:cNvSpPr txBox="1"/>
                <p:nvPr/>
              </p:nvSpPr>
              <p:spPr>
                <a:xfrm>
                  <a:off x="4768739" y="2847268"/>
                  <a:ext cx="3239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C4C2B850-AD26-85C6-E3DA-707FDB6420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8739" y="2847268"/>
                  <a:ext cx="323935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5094" r="-1887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F399A112-1384-7A06-DA70-17B58115167A}"/>
                    </a:ext>
                  </a:extLst>
                </p:cNvPr>
                <p:cNvSpPr txBox="1"/>
                <p:nvPr/>
              </p:nvSpPr>
              <p:spPr>
                <a:xfrm>
                  <a:off x="5855337" y="2885053"/>
                  <a:ext cx="28655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F399A112-1384-7A06-DA70-17B581151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5337" y="2885053"/>
                  <a:ext cx="286552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19149" r="-2128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CF319F6C-7FCA-E99B-7784-A2E75DFF4B73}"/>
                    </a:ext>
                  </a:extLst>
                </p:cNvPr>
                <p:cNvSpPr txBox="1"/>
                <p:nvPr/>
              </p:nvSpPr>
              <p:spPr>
                <a:xfrm>
                  <a:off x="5461605" y="3401774"/>
                  <a:ext cx="3239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CF319F6C-7FCA-E99B-7784-A2E75DFF4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1605" y="3401774"/>
                  <a:ext cx="323935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15094" r="-1887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5BEFF73D-1397-082D-EC07-2E5A2F497FC0}"/>
                    </a:ext>
                  </a:extLst>
                </p:cNvPr>
                <p:cNvSpPr txBox="1"/>
                <p:nvPr/>
              </p:nvSpPr>
              <p:spPr>
                <a:xfrm>
                  <a:off x="5601522" y="3709188"/>
                  <a:ext cx="3216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5BEFF73D-1397-082D-EC07-2E5A2F497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1522" y="3709188"/>
                  <a:ext cx="321627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24528" r="-3774" b="-3260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54FD6140-4DA8-2E63-200F-6CDC5F0902D2}"/>
                    </a:ext>
                  </a:extLst>
                </p:cNvPr>
                <p:cNvSpPr txBox="1"/>
                <p:nvPr/>
              </p:nvSpPr>
              <p:spPr>
                <a:xfrm>
                  <a:off x="5608989" y="4256496"/>
                  <a:ext cx="3456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54FD6140-4DA8-2E63-200F-6CDC5F0902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8989" y="4256496"/>
                  <a:ext cx="345672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8772" r="-3509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B80D65A2-40F8-8FD8-C984-C5FB2CADD322}"/>
                    </a:ext>
                  </a:extLst>
                </p:cNvPr>
                <p:cNvSpPr txBox="1"/>
                <p:nvPr/>
              </p:nvSpPr>
              <p:spPr>
                <a:xfrm>
                  <a:off x="3397018" y="3401774"/>
                  <a:ext cx="3509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B80D65A2-40F8-8FD8-C984-C5FB2CADD3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7018" y="3401774"/>
                  <a:ext cx="350994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8621" r="-3448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C2EB2944-949D-ADBE-1475-CA24630086D1}"/>
                    </a:ext>
                  </a:extLst>
                </p:cNvPr>
                <p:cNvSpPr txBox="1"/>
                <p:nvPr/>
              </p:nvSpPr>
              <p:spPr>
                <a:xfrm>
                  <a:off x="7328631" y="3703045"/>
                  <a:ext cx="3509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C2EB2944-949D-ADBE-1475-CA2463008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8631" y="3703045"/>
                  <a:ext cx="350994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8621" r="-3448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FF82AA95-80A5-27C9-0296-AC65FCAAFC64}"/>
                    </a:ext>
                  </a:extLst>
                </p:cNvPr>
                <p:cNvSpPr txBox="1"/>
                <p:nvPr/>
              </p:nvSpPr>
              <p:spPr>
                <a:xfrm>
                  <a:off x="4202456" y="1228792"/>
                  <a:ext cx="5000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FF82AA95-80A5-27C9-0296-AC65FCAAFC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456" y="1228792"/>
                  <a:ext cx="500072" cy="276999"/>
                </a:xfrm>
                <a:prstGeom prst="rect">
                  <a:avLst/>
                </a:prstGeom>
                <a:blipFill>
                  <a:blip r:embed="rId20"/>
                  <a:stretch>
                    <a:fillRect l="-1220" r="-3659" b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直接箭头连接符 102">
              <a:extLst>
                <a:ext uri="{FF2B5EF4-FFF2-40B4-BE49-F238E27FC236}">
                  <a16:creationId xmlns:a16="http://schemas.microsoft.com/office/drawing/2014/main" id="{33801C7C-2BB3-13D5-4483-DDAC2FAEB592}"/>
                </a:ext>
              </a:extLst>
            </p:cNvPr>
            <p:cNvCxnSpPr/>
            <p:nvPr/>
          </p:nvCxnSpPr>
          <p:spPr>
            <a:xfrm flipH="1">
              <a:off x="5781825" y="601417"/>
              <a:ext cx="1489151" cy="157451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54162308-5E83-7880-4A35-8EA099EA3ACF}"/>
                </a:ext>
              </a:extLst>
            </p:cNvPr>
            <p:cNvSpPr txBox="1"/>
            <p:nvPr/>
          </p:nvSpPr>
          <p:spPr>
            <a:xfrm>
              <a:off x="7354832" y="374575"/>
              <a:ext cx="25088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atin typeface="宋体" panose="02010600030101010101" pitchFamily="2" charset="-122"/>
                  <a:ea typeface="宋体" panose="02010600030101010101" pitchFamily="2" charset="-122"/>
                </a:rPr>
                <a:t>移动平台</a:t>
              </a:r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3C27D8BA-CB67-C48B-DCB1-C5D38A6EE953}"/>
                </a:ext>
              </a:extLst>
            </p:cNvPr>
            <p:cNvSpPr txBox="1"/>
            <p:nvPr/>
          </p:nvSpPr>
          <p:spPr>
            <a:xfrm>
              <a:off x="1832849" y="2414527"/>
              <a:ext cx="819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atin typeface="宋体" panose="02010600030101010101" pitchFamily="2" charset="-122"/>
                  <a:ea typeface="宋体" panose="02010600030101010101" pitchFamily="2" charset="-122"/>
                </a:rPr>
                <a:t>支链</a:t>
              </a:r>
              <a:r>
                <a:rPr lang="en-US" altLang="zh-CN" sz="2000" dirty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D10C23CA-7705-37A2-4092-815B1C9BD10D}"/>
                </a:ext>
              </a:extLst>
            </p:cNvPr>
            <p:cNvCxnSpPr>
              <a:cxnSpLocks/>
            </p:cNvCxnSpPr>
            <p:nvPr/>
          </p:nvCxnSpPr>
          <p:spPr>
            <a:xfrm>
              <a:off x="2683881" y="2657959"/>
              <a:ext cx="601684" cy="24231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" name="弧形 2">
              <a:extLst>
                <a:ext uri="{FF2B5EF4-FFF2-40B4-BE49-F238E27FC236}">
                  <a16:creationId xmlns:a16="http://schemas.microsoft.com/office/drawing/2014/main" id="{3842509A-80E2-E77B-6A8B-A12DA956125E}"/>
                </a:ext>
              </a:extLst>
            </p:cNvPr>
            <p:cNvSpPr/>
            <p:nvPr/>
          </p:nvSpPr>
          <p:spPr>
            <a:xfrm>
              <a:off x="5269683" y="3263006"/>
              <a:ext cx="335244" cy="146590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弧形 3">
              <a:extLst>
                <a:ext uri="{FF2B5EF4-FFF2-40B4-BE49-F238E27FC236}">
                  <a16:creationId xmlns:a16="http://schemas.microsoft.com/office/drawing/2014/main" id="{44263450-EE0B-87D4-C96A-6BF158714651}"/>
                </a:ext>
              </a:extLst>
            </p:cNvPr>
            <p:cNvSpPr/>
            <p:nvPr/>
          </p:nvSpPr>
          <p:spPr>
            <a:xfrm rot="2517643">
              <a:off x="5021042" y="3018160"/>
              <a:ext cx="335244" cy="146590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弧形 5">
              <a:extLst>
                <a:ext uri="{FF2B5EF4-FFF2-40B4-BE49-F238E27FC236}">
                  <a16:creationId xmlns:a16="http://schemas.microsoft.com/office/drawing/2014/main" id="{4A0C6C41-1063-DD8F-E0A2-CA5F98E43361}"/>
                </a:ext>
              </a:extLst>
            </p:cNvPr>
            <p:cNvSpPr/>
            <p:nvPr/>
          </p:nvSpPr>
          <p:spPr>
            <a:xfrm rot="18309760">
              <a:off x="5473606" y="3002246"/>
              <a:ext cx="335244" cy="146590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7465DF9E-0949-D73B-F939-8BF8350B1C9C}"/>
                    </a:ext>
                  </a:extLst>
                </p:cNvPr>
                <p:cNvSpPr txBox="1"/>
                <p:nvPr/>
              </p:nvSpPr>
              <p:spPr>
                <a:xfrm>
                  <a:off x="5079750" y="3356576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7465DF9E-0949-D73B-F939-8BF8350B1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9750" y="3356576"/>
                  <a:ext cx="364375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3333" r="-1667"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704056D-8807-3528-98CE-618DA2F15028}"/>
                    </a:ext>
                  </a:extLst>
                </p:cNvPr>
                <p:cNvSpPr txBox="1"/>
                <p:nvPr/>
              </p:nvSpPr>
              <p:spPr>
                <a:xfrm>
                  <a:off x="5648497" y="2661662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704056D-8807-3528-98CE-618DA2F15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48497" y="2661662"/>
                  <a:ext cx="364375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E8373019-99FC-9A03-1141-68241F39CA97}"/>
                    </a:ext>
                  </a:extLst>
                </p:cNvPr>
                <p:cNvSpPr txBox="1"/>
                <p:nvPr/>
              </p:nvSpPr>
              <p:spPr>
                <a:xfrm>
                  <a:off x="4924024" y="2593224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E8373019-99FC-9A03-1141-68241F39CA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24024" y="2593224"/>
                  <a:ext cx="364375" cy="369332"/>
                </a:xfrm>
                <a:prstGeom prst="rect">
                  <a:avLst/>
                </a:prstGeom>
                <a:blipFill>
                  <a:blip r:embed="rId23"/>
                  <a:stretch>
                    <a:fillRect l="-1667" b="-11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46356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弧形 114">
            <a:extLst>
              <a:ext uri="{FF2B5EF4-FFF2-40B4-BE49-F238E27FC236}">
                <a16:creationId xmlns:a16="http://schemas.microsoft.com/office/drawing/2014/main" id="{87BF4242-C031-7513-18F5-1A36598DB8B0}"/>
              </a:ext>
            </a:extLst>
          </p:cNvPr>
          <p:cNvSpPr/>
          <p:nvPr/>
        </p:nvSpPr>
        <p:spPr>
          <a:xfrm rot="8323869">
            <a:off x="2961193" y="610725"/>
            <a:ext cx="7176934" cy="4587553"/>
          </a:xfrm>
          <a:prstGeom prst="arc">
            <a:avLst>
              <a:gd name="adj1" fmla="val 18364075"/>
              <a:gd name="adj2" fmla="val 20451038"/>
            </a:avLst>
          </a:prstGeom>
          <a:ln w="190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弧形 117">
            <a:extLst>
              <a:ext uri="{FF2B5EF4-FFF2-40B4-BE49-F238E27FC236}">
                <a16:creationId xmlns:a16="http://schemas.microsoft.com/office/drawing/2014/main" id="{57E74C10-B75A-14A7-8CA2-E39AE048B0A0}"/>
              </a:ext>
            </a:extLst>
          </p:cNvPr>
          <p:cNvSpPr/>
          <p:nvPr/>
        </p:nvSpPr>
        <p:spPr>
          <a:xfrm rot="11150512">
            <a:off x="3539657" y="-875083"/>
            <a:ext cx="8955035" cy="5490890"/>
          </a:xfrm>
          <a:prstGeom prst="arc">
            <a:avLst>
              <a:gd name="adj1" fmla="val 20388101"/>
              <a:gd name="adj2" fmla="val 109540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弧形 118">
            <a:extLst>
              <a:ext uri="{FF2B5EF4-FFF2-40B4-BE49-F238E27FC236}">
                <a16:creationId xmlns:a16="http://schemas.microsoft.com/office/drawing/2014/main" id="{BA41CE62-5564-8D69-60CD-FF4174A7AC0C}"/>
              </a:ext>
            </a:extLst>
          </p:cNvPr>
          <p:cNvSpPr/>
          <p:nvPr/>
        </p:nvSpPr>
        <p:spPr>
          <a:xfrm rot="7887221">
            <a:off x="1862069" y="-9041097"/>
            <a:ext cx="13412396" cy="13892229"/>
          </a:xfrm>
          <a:prstGeom prst="arc">
            <a:avLst>
              <a:gd name="adj1" fmla="val 20325204"/>
              <a:gd name="adj2" fmla="val 21454129"/>
            </a:avLst>
          </a:prstGeom>
          <a:ln w="190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grpSp>
        <p:nvGrpSpPr>
          <p:cNvPr id="139" name="组合 138">
            <a:extLst>
              <a:ext uri="{FF2B5EF4-FFF2-40B4-BE49-F238E27FC236}">
                <a16:creationId xmlns:a16="http://schemas.microsoft.com/office/drawing/2014/main" id="{331D438C-0A73-FE3D-9BE0-5159F3E61C1E}"/>
              </a:ext>
            </a:extLst>
          </p:cNvPr>
          <p:cNvGrpSpPr/>
          <p:nvPr/>
        </p:nvGrpSpPr>
        <p:grpSpPr>
          <a:xfrm>
            <a:off x="657018" y="-76203"/>
            <a:ext cx="9699665" cy="6915184"/>
            <a:chOff x="657018" y="-76203"/>
            <a:chExt cx="9699665" cy="6915184"/>
          </a:xfrm>
        </p:grpSpPr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EAB41964-9C74-2318-773D-33ECF787A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7018" y="-76203"/>
              <a:ext cx="9699665" cy="6858000"/>
            </a:xfrm>
            <a:prstGeom prst="rect">
              <a:avLst/>
            </a:prstGeom>
          </p:spPr>
        </p:pic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2F454790-47D6-F4F1-E9F6-2AC391B1E7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68140" y="1050733"/>
              <a:ext cx="6144527" cy="4101714"/>
            </a:xfrm>
            <a:prstGeom prst="line">
              <a:avLst/>
            </a:prstGeom>
            <a:ln>
              <a:prstDash val="dash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6B7359AC-F866-C7EC-B737-332D4DB41D46}"/>
                </a:ext>
              </a:extLst>
            </p:cNvPr>
            <p:cNvCxnSpPr>
              <a:cxnSpLocks/>
            </p:cNvCxnSpPr>
            <p:nvPr/>
          </p:nvCxnSpPr>
          <p:spPr>
            <a:xfrm>
              <a:off x="3808231" y="1405433"/>
              <a:ext cx="4345169" cy="2953072"/>
            </a:xfrm>
            <a:prstGeom prst="line">
              <a:avLst/>
            </a:prstGeom>
            <a:ln>
              <a:prstDash val="dash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E6B107E4-9970-5B93-E05E-5E4CC15B873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42934" y="413684"/>
              <a:ext cx="2379999" cy="6176388"/>
            </a:xfrm>
            <a:prstGeom prst="line">
              <a:avLst/>
            </a:prstGeom>
            <a:ln>
              <a:prstDash val="dash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B76B5542-0C85-9A12-796F-C8D5F712F09F}"/>
                </a:ext>
              </a:extLst>
            </p:cNvPr>
            <p:cNvCxnSpPr>
              <a:cxnSpLocks/>
            </p:cNvCxnSpPr>
            <p:nvPr/>
          </p:nvCxnSpPr>
          <p:spPr>
            <a:xfrm>
              <a:off x="5725739" y="2713035"/>
              <a:ext cx="79780" cy="2660341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0E36D1BB-A2B7-061C-4C85-AB88BC99A214}"/>
                </a:ext>
              </a:extLst>
            </p:cNvPr>
            <p:cNvCxnSpPr>
              <a:cxnSpLocks/>
            </p:cNvCxnSpPr>
            <p:nvPr/>
          </p:nvCxnSpPr>
          <p:spPr>
            <a:xfrm>
              <a:off x="5725738" y="2725297"/>
              <a:ext cx="3770987" cy="75694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EACEFA43-4F8F-8594-B672-22E79FE4D1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5739" y="413684"/>
              <a:ext cx="0" cy="229935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EE766A8B-3896-EBE9-451C-27719C47D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89057" y="2725297"/>
              <a:ext cx="3536682" cy="166377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D506CDF7-2C96-4D00-E4AF-9FC6EB59E1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5000" y="4127500"/>
              <a:ext cx="1696822" cy="1136142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C0C2385A-6451-77A9-ADC5-F7D1F0ED2758}"/>
                </a:ext>
              </a:extLst>
            </p:cNvPr>
            <p:cNvCxnSpPr>
              <a:cxnSpLocks/>
            </p:cNvCxnSpPr>
            <p:nvPr/>
          </p:nvCxnSpPr>
          <p:spPr>
            <a:xfrm>
              <a:off x="6422527" y="4514850"/>
              <a:ext cx="841873" cy="218103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F1685EE3-FCAC-2671-3D54-483DCB524FB2}"/>
                </a:ext>
              </a:extLst>
            </p:cNvPr>
            <p:cNvCxnSpPr>
              <a:cxnSpLocks/>
            </p:cNvCxnSpPr>
            <p:nvPr/>
          </p:nvCxnSpPr>
          <p:spPr>
            <a:xfrm>
              <a:off x="7295683" y="3778250"/>
              <a:ext cx="1020857" cy="68791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95BBCA64-B4D8-DB83-0727-5EA3E99FB5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31075" y="812800"/>
              <a:ext cx="1237192" cy="82708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6CABD27B-7350-FEC6-1A48-EF168121AC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61301" y="189694"/>
              <a:ext cx="481683" cy="126445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921EB307-CB85-1D4E-93B5-680F2F2126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82950" y="1050733"/>
              <a:ext cx="1679575" cy="113843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3DD718DE-C580-F702-6319-E42E2C0F94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76788" y="3460310"/>
              <a:ext cx="921976" cy="61732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E5440B74-A126-20FF-A328-6B33E0E66D3C}"/>
                </a:ext>
              </a:extLst>
            </p:cNvPr>
            <p:cNvCxnSpPr>
              <a:cxnSpLocks/>
            </p:cNvCxnSpPr>
            <p:nvPr/>
          </p:nvCxnSpPr>
          <p:spPr>
            <a:xfrm>
              <a:off x="6023242" y="3482422"/>
              <a:ext cx="368340" cy="954255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FF03137D-C6E3-5455-01EE-BBC7A547C095}"/>
                </a:ext>
              </a:extLst>
            </p:cNvPr>
            <p:cNvCxnSpPr>
              <a:cxnSpLocks/>
            </p:cNvCxnSpPr>
            <p:nvPr/>
          </p:nvCxnSpPr>
          <p:spPr>
            <a:xfrm>
              <a:off x="6549660" y="3261493"/>
              <a:ext cx="673273" cy="45369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02FEFFFF-3F22-D2DB-FF79-C006DE575C2B}"/>
                </a:ext>
              </a:extLst>
            </p:cNvPr>
            <p:cNvCxnSpPr>
              <a:cxnSpLocks/>
            </p:cNvCxnSpPr>
            <p:nvPr/>
          </p:nvCxnSpPr>
          <p:spPr>
            <a:xfrm>
              <a:off x="6860303" y="2955432"/>
              <a:ext cx="86762" cy="2893166"/>
            </a:xfrm>
            <a:prstGeom prst="line">
              <a:avLst/>
            </a:prstGeom>
            <a:ln w="3175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5FEB7583-8044-3FD2-25B8-069D9B5A4B9D}"/>
                    </a:ext>
                  </a:extLst>
                </p:cNvPr>
                <p:cNvSpPr txBox="1"/>
                <p:nvPr/>
              </p:nvSpPr>
              <p:spPr>
                <a:xfrm>
                  <a:off x="2939744" y="912233"/>
                  <a:ext cx="30239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5FEB7583-8044-3FD2-25B8-069D9B5A4B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744" y="912233"/>
                  <a:ext cx="30239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0000" r="-4000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8B315028-B364-3151-4620-F0D4652FE4D0}"/>
                    </a:ext>
                  </a:extLst>
                </p:cNvPr>
                <p:cNvSpPr txBox="1"/>
                <p:nvPr/>
              </p:nvSpPr>
              <p:spPr>
                <a:xfrm>
                  <a:off x="8686700" y="683422"/>
                  <a:ext cx="3077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8B315028-B364-3151-4620-F0D4652FE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6700" y="683422"/>
                  <a:ext cx="3077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0000" r="-6000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09AAB137-8AE2-6271-B16B-A72667760056}"/>
                    </a:ext>
                  </a:extLst>
                </p:cNvPr>
                <p:cNvSpPr txBox="1"/>
                <p:nvPr/>
              </p:nvSpPr>
              <p:spPr>
                <a:xfrm>
                  <a:off x="4399049" y="43763"/>
                  <a:ext cx="3077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09AAB137-8AE2-6271-B16B-A72667760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9049" y="43763"/>
                  <a:ext cx="30771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0000" r="-6000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C67DFA91-4217-0DE8-879D-ED70A185605D}"/>
                    </a:ext>
                  </a:extLst>
                </p:cNvPr>
                <p:cNvSpPr txBox="1"/>
                <p:nvPr/>
              </p:nvSpPr>
              <p:spPr>
                <a:xfrm>
                  <a:off x="6061989" y="3390239"/>
                  <a:ext cx="3456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C67DFA91-4217-0DE8-879D-ED70A1856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989" y="3390239"/>
                  <a:ext cx="345672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8772" r="-3509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D6549892-C1D7-287C-CBB7-3E3F96798F24}"/>
                    </a:ext>
                  </a:extLst>
                </p:cNvPr>
                <p:cNvSpPr txBox="1"/>
                <p:nvPr/>
              </p:nvSpPr>
              <p:spPr>
                <a:xfrm>
                  <a:off x="3812152" y="4135335"/>
                  <a:ext cx="3509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D6549892-C1D7-287C-CBB7-3E3F96798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2152" y="4135335"/>
                  <a:ext cx="35099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8621" r="-3448" b="-130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A8375E02-23DB-FD92-3DA3-98529E66456C}"/>
                    </a:ext>
                  </a:extLst>
                </p:cNvPr>
                <p:cNvSpPr txBox="1"/>
                <p:nvPr/>
              </p:nvSpPr>
              <p:spPr>
                <a:xfrm>
                  <a:off x="6912837" y="3264759"/>
                  <a:ext cx="3509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A8375E02-23DB-FD92-3DA3-98529E6645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2837" y="3264759"/>
                  <a:ext cx="350994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8621" r="-3448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BBFDA3FD-61E4-B63D-C344-EF9210CE4850}"/>
                    </a:ext>
                  </a:extLst>
                </p:cNvPr>
                <p:cNvSpPr txBox="1"/>
                <p:nvPr/>
              </p:nvSpPr>
              <p:spPr>
                <a:xfrm>
                  <a:off x="2127930" y="3944032"/>
                  <a:ext cx="34850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BBFDA3FD-61E4-B63D-C344-EF9210CE48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7930" y="3944032"/>
                  <a:ext cx="348505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7B93B8B9-9934-9918-DF2B-EBB2434A4661}"/>
                    </a:ext>
                  </a:extLst>
                </p:cNvPr>
                <p:cNvSpPr txBox="1"/>
                <p:nvPr/>
              </p:nvSpPr>
              <p:spPr>
                <a:xfrm>
                  <a:off x="5734806" y="362877"/>
                  <a:ext cx="34850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7B93B8B9-9934-9918-DF2B-EBB2434A46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4806" y="362877"/>
                  <a:ext cx="34850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563AF543-A050-AAF7-E031-2394518A0BE8}"/>
                    </a:ext>
                  </a:extLst>
                </p:cNvPr>
                <p:cNvSpPr txBox="1"/>
                <p:nvPr/>
              </p:nvSpPr>
              <p:spPr>
                <a:xfrm>
                  <a:off x="9145035" y="3075167"/>
                  <a:ext cx="30239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563AF543-A050-AAF7-E031-2394518A0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45035" y="3075167"/>
                  <a:ext cx="302390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7D13351-711E-B9D0-5E1D-3D64E5AC9145}"/>
                    </a:ext>
                  </a:extLst>
                </p:cNvPr>
                <p:cNvSpPr txBox="1"/>
                <p:nvPr/>
              </p:nvSpPr>
              <p:spPr>
                <a:xfrm>
                  <a:off x="1794852" y="5221633"/>
                  <a:ext cx="3306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7D13351-711E-B9D0-5E1D-3D64E5AC91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4852" y="5221633"/>
                  <a:ext cx="330655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1636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A7432FA3-E30F-EBF6-8327-9003B9641985}"/>
                    </a:ext>
                  </a:extLst>
                </p:cNvPr>
                <p:cNvSpPr txBox="1"/>
                <p:nvPr/>
              </p:nvSpPr>
              <p:spPr>
                <a:xfrm>
                  <a:off x="7300854" y="6469649"/>
                  <a:ext cx="43767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A7432FA3-E30F-EBF6-8327-9003B96419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0854" y="6469649"/>
                  <a:ext cx="43767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5346620E-3C76-6EC4-99A3-30C45F99C8B0}"/>
                    </a:ext>
                  </a:extLst>
                </p:cNvPr>
                <p:cNvSpPr txBox="1"/>
                <p:nvPr/>
              </p:nvSpPr>
              <p:spPr>
                <a:xfrm>
                  <a:off x="8316540" y="4173839"/>
                  <a:ext cx="43767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5346620E-3C76-6EC4-99A3-30C45F99C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6540" y="4173839"/>
                  <a:ext cx="43767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7FA56CD2-7740-5F3A-8425-689F507304B4}"/>
                    </a:ext>
                  </a:extLst>
                </p:cNvPr>
                <p:cNvSpPr txBox="1"/>
                <p:nvPr/>
              </p:nvSpPr>
              <p:spPr>
                <a:xfrm>
                  <a:off x="5725737" y="2429436"/>
                  <a:ext cx="47019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7FA56CD2-7740-5F3A-8425-689F507304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5737" y="2429436"/>
                  <a:ext cx="47019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弧形 109">
              <a:extLst>
                <a:ext uri="{FF2B5EF4-FFF2-40B4-BE49-F238E27FC236}">
                  <a16:creationId xmlns:a16="http://schemas.microsoft.com/office/drawing/2014/main" id="{F501C1F5-D0D7-5477-FED8-7985BF8EFEA7}"/>
                </a:ext>
              </a:extLst>
            </p:cNvPr>
            <p:cNvSpPr/>
            <p:nvPr/>
          </p:nvSpPr>
          <p:spPr>
            <a:xfrm rot="11032109">
              <a:off x="4600135" y="2933398"/>
              <a:ext cx="2142331" cy="1405503"/>
            </a:xfrm>
            <a:prstGeom prst="arc">
              <a:avLst>
                <a:gd name="adj1" fmla="val 15409122"/>
                <a:gd name="adj2" fmla="val 215682"/>
              </a:avLst>
            </a:prstGeom>
            <a:ln w="19050">
              <a:headEnd type="triangle" w="med" len="med"/>
              <a:tailEnd type="triangle" w="med" len="med"/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1071165 w 2142331"/>
                        <a:gd name="csY0" fmla="*/ 0 h 1405503"/>
                        <a:gd name="csX1" fmla="*/ 2142331 w 2142331"/>
                        <a:gd name="csY1" fmla="*/ 702752 h 1405503"/>
                        <a:gd name="csX2" fmla="*/ 1071166 w 2142331"/>
                        <a:gd name="csY2" fmla="*/ 702752 h 1405503"/>
                        <a:gd name="csX3" fmla="*/ 1071165 w 2142331"/>
                        <a:gd name="csY3" fmla="*/ 0 h 1405503"/>
                        <a:gd name="csX0" fmla="*/ 1071165 w 2142331"/>
                        <a:gd name="csY0" fmla="*/ 0 h 1405503"/>
                        <a:gd name="csX1" fmla="*/ 2142331 w 2142331"/>
                        <a:gd name="csY1" fmla="*/ 702752 h 14055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142331" h="1405503" stroke="0" extrusionOk="0">
                          <a:moveTo>
                            <a:pt x="1071165" y="0"/>
                          </a:moveTo>
                          <a:cubicBezTo>
                            <a:pt x="1636236" y="1134"/>
                            <a:pt x="2177410" y="349122"/>
                            <a:pt x="2142331" y="702752"/>
                          </a:cubicBezTo>
                          <a:cubicBezTo>
                            <a:pt x="1743271" y="742706"/>
                            <a:pt x="1500118" y="648466"/>
                            <a:pt x="1071166" y="702752"/>
                          </a:cubicBezTo>
                          <a:cubicBezTo>
                            <a:pt x="1065792" y="460394"/>
                            <a:pt x="1088009" y="254616"/>
                            <a:pt x="1071165" y="0"/>
                          </a:cubicBezTo>
                          <a:close/>
                        </a:path>
                        <a:path w="2142331" h="1405503" fill="none" extrusionOk="0">
                          <a:moveTo>
                            <a:pt x="1071165" y="0"/>
                          </a:moveTo>
                          <a:cubicBezTo>
                            <a:pt x="1666181" y="-12745"/>
                            <a:pt x="2165710" y="358222"/>
                            <a:pt x="2142331" y="70275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772BF152-817E-0F11-DA8B-981DF76ED9F2}"/>
                    </a:ext>
                  </a:extLst>
                </p:cNvPr>
                <p:cNvSpPr txBox="1"/>
                <p:nvPr/>
              </p:nvSpPr>
              <p:spPr>
                <a:xfrm>
                  <a:off x="4130403" y="4054925"/>
                  <a:ext cx="13260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772BF152-817E-0F11-DA8B-981DF76ED9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0403" y="4054925"/>
                  <a:ext cx="1326041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B75A796E-6472-C918-4CA3-2C13B279368C}"/>
                    </a:ext>
                  </a:extLst>
                </p:cNvPr>
                <p:cNvSpPr txBox="1"/>
                <p:nvPr/>
              </p:nvSpPr>
              <p:spPr>
                <a:xfrm>
                  <a:off x="5649434" y="1083297"/>
                  <a:ext cx="13260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B75A796E-6472-C918-4CA3-2C13B27936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49434" y="1083297"/>
                  <a:ext cx="1326041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3" name="弧形 112">
              <a:extLst>
                <a:ext uri="{FF2B5EF4-FFF2-40B4-BE49-F238E27FC236}">
                  <a16:creationId xmlns:a16="http://schemas.microsoft.com/office/drawing/2014/main" id="{F870AF76-9A20-953D-DA29-98F48144D357}"/>
                </a:ext>
              </a:extLst>
            </p:cNvPr>
            <p:cNvSpPr/>
            <p:nvPr/>
          </p:nvSpPr>
          <p:spPr>
            <a:xfrm rot="21107250">
              <a:off x="4930973" y="1409898"/>
              <a:ext cx="1820141" cy="1515976"/>
            </a:xfrm>
            <a:prstGeom prst="arc">
              <a:avLst/>
            </a:prstGeom>
            <a:ln w="19050">
              <a:headEnd type="triangle" w="med" len="med"/>
              <a:tailEnd type="triangle" w="med" len="med"/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1071165 w 2142331"/>
                        <a:gd name="csY0" fmla="*/ 0 h 1405503"/>
                        <a:gd name="csX1" fmla="*/ 2142331 w 2142331"/>
                        <a:gd name="csY1" fmla="*/ 702752 h 1405503"/>
                        <a:gd name="csX2" fmla="*/ 1071166 w 2142331"/>
                        <a:gd name="csY2" fmla="*/ 702752 h 1405503"/>
                        <a:gd name="csX3" fmla="*/ 1071165 w 2142331"/>
                        <a:gd name="csY3" fmla="*/ 0 h 1405503"/>
                        <a:gd name="csX0" fmla="*/ 1071165 w 2142331"/>
                        <a:gd name="csY0" fmla="*/ 0 h 1405503"/>
                        <a:gd name="csX1" fmla="*/ 2142331 w 2142331"/>
                        <a:gd name="csY1" fmla="*/ 702752 h 14055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142331" h="1405503" stroke="0" extrusionOk="0">
                          <a:moveTo>
                            <a:pt x="1071165" y="0"/>
                          </a:moveTo>
                          <a:cubicBezTo>
                            <a:pt x="1636236" y="1134"/>
                            <a:pt x="2177410" y="349122"/>
                            <a:pt x="2142331" y="702752"/>
                          </a:cubicBezTo>
                          <a:cubicBezTo>
                            <a:pt x="1743271" y="742706"/>
                            <a:pt x="1500118" y="648466"/>
                            <a:pt x="1071166" y="702752"/>
                          </a:cubicBezTo>
                          <a:cubicBezTo>
                            <a:pt x="1065792" y="460394"/>
                            <a:pt x="1088009" y="254616"/>
                            <a:pt x="1071165" y="0"/>
                          </a:cubicBezTo>
                          <a:close/>
                        </a:path>
                        <a:path w="2142331" h="1405503" fill="none" extrusionOk="0">
                          <a:moveTo>
                            <a:pt x="1071165" y="0"/>
                          </a:moveTo>
                          <a:cubicBezTo>
                            <a:pt x="1666181" y="-12745"/>
                            <a:pt x="2165710" y="358222"/>
                            <a:pt x="2142331" y="70275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4" name="弧形 113">
              <a:extLst>
                <a:ext uri="{FF2B5EF4-FFF2-40B4-BE49-F238E27FC236}">
                  <a16:creationId xmlns:a16="http://schemas.microsoft.com/office/drawing/2014/main" id="{F79A1EC5-6247-A294-D7AD-1A2373AF2BAF}"/>
                </a:ext>
              </a:extLst>
            </p:cNvPr>
            <p:cNvSpPr/>
            <p:nvPr/>
          </p:nvSpPr>
          <p:spPr>
            <a:xfrm rot="10584583">
              <a:off x="2584918" y="1826125"/>
              <a:ext cx="6135647" cy="4024612"/>
            </a:xfrm>
            <a:prstGeom prst="arc">
              <a:avLst>
                <a:gd name="adj1" fmla="val 18364075"/>
                <a:gd name="adj2" fmla="val 20837387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E441CB4B-D784-9930-5075-B4E76E2AB6F1}"/>
                    </a:ext>
                  </a:extLst>
                </p:cNvPr>
                <p:cNvSpPr txBox="1"/>
                <p:nvPr/>
              </p:nvSpPr>
              <p:spPr>
                <a:xfrm>
                  <a:off x="4456881" y="5570328"/>
                  <a:ext cx="444529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  <a:p>
                  <a:pPr/>
                  <a:endParaRPr lang="zh-CN" altLang="en-US" dirty="0"/>
                </a:p>
              </p:txBody>
            </p:sp>
          </mc:Choice>
          <mc:Fallback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E441CB4B-D784-9930-5075-B4E76E2AB6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6881" y="5570328"/>
                  <a:ext cx="444529" cy="646331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FB407632-FD47-5C18-AFC7-0CDBA5176760}"/>
                    </a:ext>
                  </a:extLst>
                </p:cNvPr>
                <p:cNvSpPr txBox="1"/>
                <p:nvPr/>
              </p:nvSpPr>
              <p:spPr>
                <a:xfrm>
                  <a:off x="3941005" y="2810027"/>
                  <a:ext cx="444529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  <a:p>
                  <a:pPr/>
                  <a:endParaRPr lang="zh-CN" altLang="en-US" dirty="0"/>
                </a:p>
              </p:txBody>
            </p:sp>
          </mc:Choice>
          <mc:Fallback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FB407632-FD47-5C18-AFC7-0CDBA51767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1005" y="2810027"/>
                  <a:ext cx="444529" cy="646331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1" name="弧形 120">
              <a:extLst>
                <a:ext uri="{FF2B5EF4-FFF2-40B4-BE49-F238E27FC236}">
                  <a16:creationId xmlns:a16="http://schemas.microsoft.com/office/drawing/2014/main" id="{2CAB4C69-BDCB-9A63-D266-F02AB663F041}"/>
                </a:ext>
              </a:extLst>
            </p:cNvPr>
            <p:cNvSpPr/>
            <p:nvPr/>
          </p:nvSpPr>
          <p:spPr>
            <a:xfrm>
              <a:off x="5331507" y="200687"/>
              <a:ext cx="788459" cy="203604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弧形 121">
              <a:extLst>
                <a:ext uri="{FF2B5EF4-FFF2-40B4-BE49-F238E27FC236}">
                  <a16:creationId xmlns:a16="http://schemas.microsoft.com/office/drawing/2014/main" id="{74C4F083-A953-4DCE-BAF0-9AAF12043FC4}"/>
                </a:ext>
              </a:extLst>
            </p:cNvPr>
            <p:cNvSpPr/>
            <p:nvPr/>
          </p:nvSpPr>
          <p:spPr>
            <a:xfrm rot="6168063">
              <a:off x="9299153" y="3393342"/>
              <a:ext cx="788459" cy="319741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弧形 125">
              <a:extLst>
                <a:ext uri="{FF2B5EF4-FFF2-40B4-BE49-F238E27FC236}">
                  <a16:creationId xmlns:a16="http://schemas.microsoft.com/office/drawing/2014/main" id="{BDDC4FD4-30F6-6C38-193A-E1ECE24844DD}"/>
                </a:ext>
              </a:extLst>
            </p:cNvPr>
            <p:cNvSpPr/>
            <p:nvPr/>
          </p:nvSpPr>
          <p:spPr>
            <a:xfrm rot="14048313">
              <a:off x="1648957" y="4335753"/>
              <a:ext cx="788459" cy="319741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91C9FA70-C69B-5081-6F30-232B49F19AC9}"/>
                    </a:ext>
                  </a:extLst>
                </p:cNvPr>
                <p:cNvSpPr txBox="1"/>
                <p:nvPr/>
              </p:nvSpPr>
              <p:spPr>
                <a:xfrm>
                  <a:off x="2293736" y="3234919"/>
                  <a:ext cx="25885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91C9FA70-C69B-5081-6F30-232B49F19A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3736" y="3234919"/>
                  <a:ext cx="258852" cy="276999"/>
                </a:xfrm>
                <a:prstGeom prst="rect">
                  <a:avLst/>
                </a:prstGeom>
                <a:blipFill>
                  <a:blip r:embed="rId21"/>
                  <a:stretch>
                    <a:fillRect l="-18605" r="-2326" b="-1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8" name="任意多边形: 形状 127">
              <a:extLst>
                <a:ext uri="{FF2B5EF4-FFF2-40B4-BE49-F238E27FC236}">
                  <a16:creationId xmlns:a16="http://schemas.microsoft.com/office/drawing/2014/main" id="{C9068054-6911-079C-7A24-A064C918E0E1}"/>
                </a:ext>
              </a:extLst>
            </p:cNvPr>
            <p:cNvSpPr/>
            <p:nvPr/>
          </p:nvSpPr>
          <p:spPr>
            <a:xfrm rot="18463632">
              <a:off x="2411096" y="3463915"/>
              <a:ext cx="665944" cy="200234"/>
            </a:xfrm>
            <a:custGeom>
              <a:avLst/>
              <a:gdLst>
                <a:gd name="csX0" fmla="*/ 0 w 1092200"/>
                <a:gd name="csY0" fmla="*/ 375571 h 375571"/>
                <a:gd name="csX1" fmla="*/ 133350 w 1092200"/>
                <a:gd name="csY1" fmla="*/ 197771 h 375571"/>
                <a:gd name="csX2" fmla="*/ 361950 w 1092200"/>
                <a:gd name="csY2" fmla="*/ 45371 h 375571"/>
                <a:gd name="csX3" fmla="*/ 539750 w 1092200"/>
                <a:gd name="csY3" fmla="*/ 921 h 375571"/>
                <a:gd name="csX4" fmla="*/ 749300 w 1092200"/>
                <a:gd name="csY4" fmla="*/ 26321 h 375571"/>
                <a:gd name="csX5" fmla="*/ 933450 w 1092200"/>
                <a:gd name="csY5" fmla="*/ 146971 h 375571"/>
                <a:gd name="csX6" fmla="*/ 1092200 w 1092200"/>
                <a:gd name="csY6" fmla="*/ 375571 h 375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92200" h="375571">
                  <a:moveTo>
                    <a:pt x="0" y="375571"/>
                  </a:moveTo>
                  <a:cubicBezTo>
                    <a:pt x="36512" y="314187"/>
                    <a:pt x="73025" y="252804"/>
                    <a:pt x="133350" y="197771"/>
                  </a:cubicBezTo>
                  <a:cubicBezTo>
                    <a:pt x="193675" y="142738"/>
                    <a:pt x="294217" y="78179"/>
                    <a:pt x="361950" y="45371"/>
                  </a:cubicBezTo>
                  <a:cubicBezTo>
                    <a:pt x="429683" y="12563"/>
                    <a:pt x="475192" y="4096"/>
                    <a:pt x="539750" y="921"/>
                  </a:cubicBezTo>
                  <a:cubicBezTo>
                    <a:pt x="604308" y="-2254"/>
                    <a:pt x="683683" y="1979"/>
                    <a:pt x="749300" y="26321"/>
                  </a:cubicBezTo>
                  <a:cubicBezTo>
                    <a:pt x="814917" y="50663"/>
                    <a:pt x="876300" y="88763"/>
                    <a:pt x="933450" y="146971"/>
                  </a:cubicBezTo>
                  <a:cubicBezTo>
                    <a:pt x="990600" y="205179"/>
                    <a:pt x="1061508" y="329004"/>
                    <a:pt x="1092200" y="375571"/>
                  </a:cubicBezTo>
                </a:path>
              </a:pathLst>
            </a:custGeom>
            <a:ln w="190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文本框 130">
                  <a:extLst>
                    <a:ext uri="{FF2B5EF4-FFF2-40B4-BE49-F238E27FC236}">
                      <a16:creationId xmlns:a16="http://schemas.microsoft.com/office/drawing/2014/main" id="{3B663070-C3C3-225F-36E1-80D714A25815}"/>
                    </a:ext>
                  </a:extLst>
                </p:cNvPr>
                <p:cNvSpPr txBox="1"/>
                <p:nvPr/>
              </p:nvSpPr>
              <p:spPr>
                <a:xfrm>
                  <a:off x="9910429" y="3390239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31" name="文本框 130">
                  <a:extLst>
                    <a:ext uri="{FF2B5EF4-FFF2-40B4-BE49-F238E27FC236}">
                      <a16:creationId xmlns:a16="http://schemas.microsoft.com/office/drawing/2014/main" id="{3B663070-C3C3-225F-36E1-80D714A2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0429" y="3390239"/>
                  <a:ext cx="364375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D73DB25D-62D7-608C-CFE0-5872CB425FC7}"/>
                    </a:ext>
                  </a:extLst>
                </p:cNvPr>
                <p:cNvSpPr txBox="1"/>
                <p:nvPr/>
              </p:nvSpPr>
              <p:spPr>
                <a:xfrm>
                  <a:off x="6203511" y="96181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D73DB25D-62D7-608C-CFE0-5872CB425F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511" y="96181"/>
                  <a:ext cx="364375" cy="369332"/>
                </a:xfrm>
                <a:prstGeom prst="rect">
                  <a:avLst/>
                </a:prstGeom>
                <a:blipFill>
                  <a:blip r:embed="rId23"/>
                  <a:stretch>
                    <a:fillRect l="-3390" r="-3390"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53A727F4-1BEF-24E7-7F29-737934F6EB0A}"/>
                    </a:ext>
                  </a:extLst>
                </p:cNvPr>
                <p:cNvSpPr txBox="1"/>
                <p:nvPr/>
              </p:nvSpPr>
              <p:spPr>
                <a:xfrm>
                  <a:off x="1519358" y="4455869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53A727F4-1BEF-24E7-7F29-737934F6EB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9358" y="4455869"/>
                  <a:ext cx="364375" cy="369332"/>
                </a:xfrm>
                <a:prstGeom prst="rect">
                  <a:avLst/>
                </a:prstGeom>
                <a:blipFill>
                  <a:blip r:embed="rId24"/>
                  <a:stretch>
                    <a:fillRect r="-1667" b="-11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直接箭头连接符 133">
              <a:extLst>
                <a:ext uri="{FF2B5EF4-FFF2-40B4-BE49-F238E27FC236}">
                  <a16:creationId xmlns:a16="http://schemas.microsoft.com/office/drawing/2014/main" id="{694B3F5F-55C9-3D55-B061-F60569946F40}"/>
                </a:ext>
              </a:extLst>
            </p:cNvPr>
            <p:cNvCxnSpPr/>
            <p:nvPr/>
          </p:nvCxnSpPr>
          <p:spPr>
            <a:xfrm flipH="1">
              <a:off x="6102366" y="279925"/>
              <a:ext cx="1489151" cy="157451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E1576488-3186-948A-F428-56560CAFA5F5}"/>
                </a:ext>
              </a:extLst>
            </p:cNvPr>
            <p:cNvSpPr txBox="1"/>
            <p:nvPr/>
          </p:nvSpPr>
          <p:spPr>
            <a:xfrm>
              <a:off x="7558465" y="57584"/>
              <a:ext cx="25088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atin typeface="宋体" panose="02010600030101010101" pitchFamily="2" charset="-122"/>
                  <a:ea typeface="宋体" panose="02010600030101010101" pitchFamily="2" charset="-122"/>
                </a:rPr>
                <a:t>移动平台</a:t>
              </a:r>
            </a:p>
          </p:txBody>
        </p:sp>
        <p:sp>
          <p:nvSpPr>
            <p:cNvPr id="136" name="文本框 135">
              <a:extLst>
                <a:ext uri="{FF2B5EF4-FFF2-40B4-BE49-F238E27FC236}">
                  <a16:creationId xmlns:a16="http://schemas.microsoft.com/office/drawing/2014/main" id="{A508B9E5-42BB-5748-7BB0-4328A2D5B349}"/>
                </a:ext>
              </a:extLst>
            </p:cNvPr>
            <p:cNvSpPr txBox="1"/>
            <p:nvPr/>
          </p:nvSpPr>
          <p:spPr>
            <a:xfrm>
              <a:off x="1750391" y="2044087"/>
              <a:ext cx="819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atin typeface="宋体" panose="02010600030101010101" pitchFamily="2" charset="-122"/>
                  <a:ea typeface="宋体" panose="02010600030101010101" pitchFamily="2" charset="-122"/>
                </a:rPr>
                <a:t>支链</a:t>
              </a:r>
              <a:r>
                <a:rPr lang="en-US" altLang="zh-CN" sz="2000" dirty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D3FA1B34-60B8-376A-BD43-E414D3BC9015}"/>
                </a:ext>
              </a:extLst>
            </p:cNvPr>
            <p:cNvCxnSpPr>
              <a:cxnSpLocks/>
            </p:cNvCxnSpPr>
            <p:nvPr/>
          </p:nvCxnSpPr>
          <p:spPr>
            <a:xfrm>
              <a:off x="2539890" y="2316750"/>
              <a:ext cx="601684" cy="24231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4496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组合 44">
            <a:extLst>
              <a:ext uri="{FF2B5EF4-FFF2-40B4-BE49-F238E27FC236}">
                <a16:creationId xmlns:a16="http://schemas.microsoft.com/office/drawing/2014/main" id="{ED1E635A-A4B0-CFFA-03BE-6944D59A589E}"/>
              </a:ext>
            </a:extLst>
          </p:cNvPr>
          <p:cNvGrpSpPr/>
          <p:nvPr/>
        </p:nvGrpSpPr>
        <p:grpSpPr>
          <a:xfrm>
            <a:off x="1246167" y="0"/>
            <a:ext cx="9699665" cy="6858000"/>
            <a:chOff x="1246167" y="0"/>
            <a:chExt cx="9699665" cy="6858000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4162BB4D-F496-81BF-555F-EEF04AC93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46167" y="0"/>
              <a:ext cx="9699665" cy="6858000"/>
            </a:xfrm>
            <a:prstGeom prst="rect">
              <a:avLst/>
            </a:prstGeom>
          </p:spPr>
        </p:pic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3D2014B7-2F10-0070-682E-34AB46EBFAE5}"/>
                </a:ext>
              </a:extLst>
            </p:cNvPr>
            <p:cNvGrpSpPr/>
            <p:nvPr/>
          </p:nvGrpSpPr>
          <p:grpSpPr>
            <a:xfrm>
              <a:off x="4283565" y="1675377"/>
              <a:ext cx="2007789" cy="2539237"/>
              <a:chOff x="4283565" y="1755157"/>
              <a:chExt cx="2007789" cy="2457400"/>
            </a:xfrm>
          </p:grpSpPr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AACBC63-87A2-091E-6434-56AA437C15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18124" y="3346450"/>
                <a:ext cx="973230" cy="866107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3396DB6A-CD3E-18E3-175E-673D2F53A9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83565" y="3346450"/>
                <a:ext cx="1034559" cy="556309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4566F7F2-BC02-2D07-4E86-D1C4D88B4F4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93462" y="1755157"/>
                <a:ext cx="24662" cy="1591293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32A0F7D-A9BA-5ED1-CFF1-23C252F37A55}"/>
                    </a:ext>
                  </a:extLst>
                </p:cNvPr>
                <p:cNvSpPr txBox="1"/>
                <p:nvPr/>
              </p:nvSpPr>
              <p:spPr>
                <a:xfrm>
                  <a:off x="3870064" y="3678187"/>
                  <a:ext cx="34850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32A0F7D-A9BA-5ED1-CFF1-23C252F37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0064" y="3678187"/>
                  <a:ext cx="34850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48FF03D-9F0F-C5DC-C9EB-E61FDE4D2248}"/>
                    </a:ext>
                  </a:extLst>
                </p:cNvPr>
                <p:cNvSpPr txBox="1"/>
                <p:nvPr/>
              </p:nvSpPr>
              <p:spPr>
                <a:xfrm>
                  <a:off x="5318124" y="2274055"/>
                  <a:ext cx="34850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48FF03D-9F0F-C5DC-C9EB-E61FDE4D22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8124" y="2274055"/>
                  <a:ext cx="34850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9C2696F-AA53-A9C7-748A-5C9326136A5D}"/>
                    </a:ext>
                  </a:extLst>
                </p:cNvPr>
                <p:cNvSpPr txBox="1"/>
                <p:nvPr/>
              </p:nvSpPr>
              <p:spPr>
                <a:xfrm>
                  <a:off x="5731625" y="3894499"/>
                  <a:ext cx="30239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9C2696F-AA53-A9C7-748A-5C9326136A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1625" y="3894499"/>
                  <a:ext cx="302390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弧形 33">
              <a:extLst>
                <a:ext uri="{FF2B5EF4-FFF2-40B4-BE49-F238E27FC236}">
                  <a16:creationId xmlns:a16="http://schemas.microsoft.com/office/drawing/2014/main" id="{DE9A7536-70F0-176C-17FB-22EA127FF70C}"/>
                </a:ext>
              </a:extLst>
            </p:cNvPr>
            <p:cNvSpPr/>
            <p:nvPr/>
          </p:nvSpPr>
          <p:spPr>
            <a:xfrm>
              <a:off x="4859621" y="2121350"/>
              <a:ext cx="788459" cy="203604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4B37EE2-A70B-8A07-522B-DCA3457F4261}"/>
                    </a:ext>
                  </a:extLst>
                </p:cNvPr>
                <p:cNvSpPr txBox="1"/>
                <p:nvPr/>
              </p:nvSpPr>
              <p:spPr>
                <a:xfrm>
                  <a:off x="5731625" y="2016844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4B37EE2-A70B-8A07-522B-DCA3457F4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1625" y="2016844"/>
                  <a:ext cx="364375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333" r="-1667"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弧形 40">
              <a:extLst>
                <a:ext uri="{FF2B5EF4-FFF2-40B4-BE49-F238E27FC236}">
                  <a16:creationId xmlns:a16="http://schemas.microsoft.com/office/drawing/2014/main" id="{7D7DF46A-4931-4C55-719A-CD312E7AB158}"/>
                </a:ext>
              </a:extLst>
            </p:cNvPr>
            <p:cNvSpPr/>
            <p:nvPr/>
          </p:nvSpPr>
          <p:spPr>
            <a:xfrm rot="7464641">
              <a:off x="5877854" y="3920295"/>
              <a:ext cx="788459" cy="382337"/>
            </a:xfrm>
            <a:prstGeom prst="arc">
              <a:avLst>
                <a:gd name="adj1" fmla="val 7502592"/>
                <a:gd name="adj2" fmla="val 1483857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弧形 41">
              <a:extLst>
                <a:ext uri="{FF2B5EF4-FFF2-40B4-BE49-F238E27FC236}">
                  <a16:creationId xmlns:a16="http://schemas.microsoft.com/office/drawing/2014/main" id="{F3765EAD-7487-1286-9B17-F9E8CB0A9A39}"/>
                </a:ext>
              </a:extLst>
            </p:cNvPr>
            <p:cNvSpPr/>
            <p:nvPr/>
          </p:nvSpPr>
          <p:spPr>
            <a:xfrm rot="14048313">
              <a:off x="4464803" y="3427632"/>
              <a:ext cx="564670" cy="319741"/>
            </a:xfrm>
            <a:prstGeom prst="arc">
              <a:avLst>
                <a:gd name="adj1" fmla="val 8758933"/>
                <a:gd name="adj2" fmla="val 2396336"/>
              </a:avLst>
            </a:prstGeom>
            <a:ln w="190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94093871-5D68-2A5E-9AC1-33221C44BDA1}"/>
                    </a:ext>
                  </a:extLst>
                </p:cNvPr>
                <p:cNvSpPr txBox="1"/>
                <p:nvPr/>
              </p:nvSpPr>
              <p:spPr>
                <a:xfrm>
                  <a:off x="6203734" y="4388471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94093871-5D68-2A5E-9AC1-33221C44BD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734" y="4388471"/>
                  <a:ext cx="36437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4D7030D6-710C-B668-D459-F7B48C74A9FF}"/>
                    </a:ext>
                  </a:extLst>
                </p:cNvPr>
                <p:cNvSpPr txBox="1"/>
                <p:nvPr/>
              </p:nvSpPr>
              <p:spPr>
                <a:xfrm>
                  <a:off x="4436469" y="3678187"/>
                  <a:ext cx="3643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oMath>
                    </m:oMathPara>
                  </a14:m>
                  <a:endParaRPr lang="zh-CN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4D7030D6-710C-B668-D459-F7B48C74A9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6469" y="3678187"/>
                  <a:ext cx="364375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667" b="-11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13731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1973</TotalTime>
  <Words>58</Words>
  <Application>Microsoft Office PowerPoint</Application>
  <PresentationFormat>宽屏</PresentationFormat>
  <Paragraphs>51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等线 Light</vt:lpstr>
      <vt:lpstr>宋体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倍佐 刘</dc:creator>
  <cp:lastModifiedBy>倍佐 刘</cp:lastModifiedBy>
  <cp:revision>4</cp:revision>
  <dcterms:created xsi:type="dcterms:W3CDTF">2026-03-10T05:45:44Z</dcterms:created>
  <dcterms:modified xsi:type="dcterms:W3CDTF">2026-03-29T23:18:50Z</dcterms:modified>
</cp:coreProperties>
</file>