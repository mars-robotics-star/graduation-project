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9D8CB-5A05-DBBE-290E-003C565BD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A3AF2C-CC78-1633-EB55-0DB1452EB4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A81AB6-98A0-4D4B-37C2-DFF1E78A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3DF1-B25B-44AC-8B46-6DC5B6BC09E9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D5B251-B2AB-D972-1340-C6E052EE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78075-5D28-5DF6-A511-460BDDDA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50A-CCD1-4445-8ACF-602C93988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938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BDB290-8784-4824-C9F6-A86F19AEC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D04973-1F36-25B0-F3FA-C5BEC7C65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6D2F18-864A-0E7E-EA06-44A617E50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3DF1-B25B-44AC-8B46-6DC5B6BC09E9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BBC5CD-83C8-F006-85FD-96A06F82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7CB0DF-C315-2265-A63E-D824CE85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50A-CCD1-4445-8ACF-602C93988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381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E1820-A10A-3D62-838B-A7098DE6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53D4E0-5D7F-DF49-8499-12DA39E10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5AA950-FEA8-EF96-8F23-92ED28DB6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3DF1-B25B-44AC-8B46-6DC5B6BC09E9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70F697-855E-48B6-F0D4-8D4E598C9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919A43-7391-CF1B-D008-A77D39C9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50A-CCD1-4445-8ACF-602C93988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36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2588F-0BC2-F0C0-4A46-AB1DAB21F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490DA9-9ED0-BAA2-D8F8-3FE1F8FDA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AB5AF2-187D-1BAC-1162-755447EC7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F1D9BE-902B-FD20-F482-96F3A218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3DF1-B25B-44AC-8B46-6DC5B6BC09E9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6AC1EE-D5A8-5D87-719B-550876E0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7FDC35-6713-5A45-51E4-32EF44ABA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50A-CCD1-4445-8ACF-602C93988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96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3C2B0-C206-D0A8-D8C8-86269E33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CF95DF-CCC6-577F-0B0E-F24BAD74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32779E-74B8-92DB-1767-5EC6D00F7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89B7C0-DE2A-422B-C3D2-10760BA2C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4F80F5-16B9-10D9-5065-0E80FED9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FA72C6-D365-7CB0-CC1C-BD4E14D7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3DF1-B25B-44AC-8B46-6DC5B6BC09E9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6FCBCB-009F-D372-665E-AD7D2E54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FDD396-A166-52CE-758A-009C65507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50A-CCD1-4445-8ACF-602C93988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30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9B491-6EE6-D47C-0893-CD754A757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20DB39-923A-3ABC-45B4-B515E3A2F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3DF1-B25B-44AC-8B46-6DC5B6BC09E9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FCFB04-14ED-1877-1D12-6AD2533B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3F9BE3-44FA-C03C-AF40-4B776C08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50A-CCD1-4445-8ACF-602C93988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080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A2122F-5EF8-C219-0DE0-4B88011F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3DF1-B25B-44AC-8B46-6DC5B6BC09E9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BAB168-F292-90AE-D3E2-7BA521574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2EF6F3-0720-A858-CC06-509B0804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50A-CCD1-4445-8ACF-602C93988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196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9822A-B90F-89FC-BE13-D4E2336F5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24282D-2C71-D208-1943-FA7728602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80B978-917C-D487-F6E4-2E166F3A9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46AE4E-A262-33BB-4BDD-17771A5B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3DF1-B25B-44AC-8B46-6DC5B6BC09E9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D32E47-91BB-3A26-D181-6025FBE6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3A6C1F-068D-0C05-539E-937E8F20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50A-CCD1-4445-8ACF-602C93988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6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AFE0F-CBDF-033C-985F-0CF7F468F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199F55-0DB1-DF4C-9B57-64A66448D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6BA774-D60E-BB65-3B4F-A601B19CF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3591C3-0B77-8F27-5E86-47A6F7F4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3DF1-B25B-44AC-8B46-6DC5B6BC09E9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E32CDA-71AD-FE2A-8C53-14B4D36D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352420-82AE-C7A7-68AA-A81FE0987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50A-CCD1-4445-8ACF-602C93988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296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56385-CA65-E89D-5D43-87415DD4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CFBABC-54E4-DA36-767F-41561F24C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083D7D-384B-E797-11BE-A96A16662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3DF1-B25B-44AC-8B46-6DC5B6BC09E9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B41B1C-06F6-18C3-3C1B-9E1B08CDA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1CE6C7-9DE2-3459-F6C3-C9D43CAF6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50A-CCD1-4445-8ACF-602C93988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51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D27D60-EE40-7E19-58DB-47BEF683B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41C607-BD49-7F1A-46A7-120336419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26C0B2-ADFB-3F48-5FBD-31C87724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3DF1-B25B-44AC-8B46-6DC5B6BC09E9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D6BF68-761D-2F58-1012-08E430C8E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1A5248-9CB2-5BE2-B117-7B598905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50A-CCD1-4445-8ACF-602C93988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83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D81E84E-7E1C-51B1-AE42-BA6E07817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325068-2C79-D188-8F27-2A9E47F32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2E2E7A-1517-6294-4CCB-89F8C95CF1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13DF1-B25B-44AC-8B46-6DC5B6BC09E9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C6A2D4-527A-E8DB-64D0-86F6DCA8C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CD388F-6C72-B3AF-BF09-FFB3EE1A7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DC50A-CCD1-4445-8ACF-602C93988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738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A8AD7E2D-90E0-3D31-20A3-241FF3DD5B8D}"/>
              </a:ext>
            </a:extLst>
          </p:cNvPr>
          <p:cNvGrpSpPr/>
          <p:nvPr/>
        </p:nvGrpSpPr>
        <p:grpSpPr>
          <a:xfrm>
            <a:off x="1246167" y="0"/>
            <a:ext cx="9699665" cy="6858000"/>
            <a:chOff x="1246167" y="0"/>
            <a:chExt cx="9699665" cy="6858000"/>
          </a:xfrm>
        </p:grpSpPr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A3822106-E06F-225F-2B27-C4F8F17CF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46167" y="0"/>
              <a:ext cx="9699665" cy="6858000"/>
            </a:xfrm>
            <a:prstGeom prst="rect">
              <a:avLst/>
            </a:prstGeom>
          </p:spPr>
        </p:pic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2B50117F-1405-1519-640D-721E52F2D328}"/>
                </a:ext>
              </a:extLst>
            </p:cNvPr>
            <p:cNvCxnSpPr/>
            <p:nvPr/>
          </p:nvCxnSpPr>
          <p:spPr>
            <a:xfrm flipV="1">
              <a:off x="5437305" y="472542"/>
              <a:ext cx="0" cy="506295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7BB9DF1-C0AD-203F-867C-C94D23C52B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1645" y="1868150"/>
              <a:ext cx="4362058" cy="2588473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AFC88372-7BA6-6D77-D2F9-ED8F9C3FE7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29000" y="1791278"/>
              <a:ext cx="4597400" cy="2665979"/>
            </a:xfrm>
            <a:prstGeom prst="line">
              <a:avLst/>
            </a:prstGeom>
            <a:ln>
              <a:prstDash val="dash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758C1BE7-1B05-2973-974E-5854FA1B2C22}"/>
                </a:ext>
              </a:extLst>
            </p:cNvPr>
            <p:cNvCxnSpPr>
              <a:cxnSpLocks/>
            </p:cNvCxnSpPr>
            <p:nvPr/>
          </p:nvCxnSpPr>
          <p:spPr>
            <a:xfrm>
              <a:off x="5437305" y="2959976"/>
              <a:ext cx="0" cy="58173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E8660C5C-812B-3328-331C-7C87F77840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1413" y="2956171"/>
              <a:ext cx="485892" cy="29150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F3F4D212-23EF-C3FE-3670-9A3131A68E99}"/>
                </a:ext>
              </a:extLst>
            </p:cNvPr>
            <p:cNvCxnSpPr/>
            <p:nvPr/>
          </p:nvCxnSpPr>
          <p:spPr>
            <a:xfrm>
              <a:off x="5437305" y="2953624"/>
              <a:ext cx="476133" cy="27852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CA49E459-F7F6-14A1-FEFD-FCE567F2DD73}"/>
                </a:ext>
              </a:extLst>
            </p:cNvPr>
            <p:cNvCxnSpPr>
              <a:cxnSpLocks/>
            </p:cNvCxnSpPr>
            <p:nvPr/>
          </p:nvCxnSpPr>
          <p:spPr>
            <a:xfrm>
              <a:off x="5437305" y="3944091"/>
              <a:ext cx="0" cy="58173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BBB402AB-A1BE-1DD5-16C3-9BD88B9410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2475" y="3652589"/>
              <a:ext cx="560406" cy="33620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458E29B7-E967-C4FB-35A2-3D4E2E4D3F6C}"/>
                </a:ext>
              </a:extLst>
            </p:cNvPr>
            <p:cNvCxnSpPr>
              <a:cxnSpLocks/>
            </p:cNvCxnSpPr>
            <p:nvPr/>
          </p:nvCxnSpPr>
          <p:spPr>
            <a:xfrm>
              <a:off x="6644663" y="3652589"/>
              <a:ext cx="626313" cy="36637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210F4D38-D757-B565-0E67-C61BD0565D99}"/>
                </a:ext>
              </a:extLst>
            </p:cNvPr>
            <p:cNvCxnSpPr>
              <a:cxnSpLocks/>
            </p:cNvCxnSpPr>
            <p:nvPr/>
          </p:nvCxnSpPr>
          <p:spPr>
            <a:xfrm>
              <a:off x="5437305" y="5250978"/>
              <a:ext cx="0" cy="135234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F79C0020-B7A4-4A78-59A9-ED2DD4CDD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0438" y="4200041"/>
              <a:ext cx="991298" cy="59471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ABC14DC2-4237-94E4-0D82-2930F844C15F}"/>
                </a:ext>
              </a:extLst>
            </p:cNvPr>
            <p:cNvCxnSpPr>
              <a:cxnSpLocks/>
            </p:cNvCxnSpPr>
            <p:nvPr/>
          </p:nvCxnSpPr>
          <p:spPr>
            <a:xfrm>
              <a:off x="7550267" y="4178099"/>
              <a:ext cx="1115054" cy="65227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A2EA7929-846F-C28D-4D88-89620627B7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30486" y="472542"/>
              <a:ext cx="6819" cy="67045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F1B8E288-B9BB-2C07-5B5B-1BE0A2B30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4696" y="1722967"/>
              <a:ext cx="746771" cy="45296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C868F84A-5F61-72E9-8279-00B4046972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42733" y="1672167"/>
              <a:ext cx="767202" cy="45827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3B5482A2-8543-FDE8-A363-A26BEE88947D}"/>
              </a:ext>
            </a:extLst>
          </p:cNvPr>
          <p:cNvSpPr/>
          <p:nvPr/>
        </p:nvSpPr>
        <p:spPr>
          <a:xfrm>
            <a:off x="4884386" y="4740420"/>
            <a:ext cx="1092200" cy="375571"/>
          </a:xfrm>
          <a:custGeom>
            <a:avLst/>
            <a:gdLst>
              <a:gd name="csX0" fmla="*/ 0 w 1092200"/>
              <a:gd name="csY0" fmla="*/ 375571 h 375571"/>
              <a:gd name="csX1" fmla="*/ 133350 w 1092200"/>
              <a:gd name="csY1" fmla="*/ 197771 h 375571"/>
              <a:gd name="csX2" fmla="*/ 361950 w 1092200"/>
              <a:gd name="csY2" fmla="*/ 45371 h 375571"/>
              <a:gd name="csX3" fmla="*/ 539750 w 1092200"/>
              <a:gd name="csY3" fmla="*/ 921 h 375571"/>
              <a:gd name="csX4" fmla="*/ 749300 w 1092200"/>
              <a:gd name="csY4" fmla="*/ 26321 h 375571"/>
              <a:gd name="csX5" fmla="*/ 933450 w 1092200"/>
              <a:gd name="csY5" fmla="*/ 146971 h 375571"/>
              <a:gd name="csX6" fmla="*/ 1092200 w 1092200"/>
              <a:gd name="csY6" fmla="*/ 375571 h 375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92200" h="375571">
                <a:moveTo>
                  <a:pt x="0" y="375571"/>
                </a:moveTo>
                <a:cubicBezTo>
                  <a:pt x="36512" y="314187"/>
                  <a:pt x="73025" y="252804"/>
                  <a:pt x="133350" y="197771"/>
                </a:cubicBezTo>
                <a:cubicBezTo>
                  <a:pt x="193675" y="142738"/>
                  <a:pt x="294217" y="78179"/>
                  <a:pt x="361950" y="45371"/>
                </a:cubicBezTo>
                <a:cubicBezTo>
                  <a:pt x="429683" y="12563"/>
                  <a:pt x="475192" y="4096"/>
                  <a:pt x="539750" y="921"/>
                </a:cubicBezTo>
                <a:cubicBezTo>
                  <a:pt x="604308" y="-2254"/>
                  <a:pt x="683683" y="1979"/>
                  <a:pt x="749300" y="26321"/>
                </a:cubicBezTo>
                <a:cubicBezTo>
                  <a:pt x="814917" y="50663"/>
                  <a:pt x="876300" y="88763"/>
                  <a:pt x="933450" y="146971"/>
                </a:cubicBezTo>
                <a:cubicBezTo>
                  <a:pt x="990600" y="205179"/>
                  <a:pt x="1061508" y="329004"/>
                  <a:pt x="1092200" y="375571"/>
                </a:cubicBezTo>
              </a:path>
            </a:pathLst>
          </a:cu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7EFF691C-9016-440E-E9AA-C826CD8889B2}"/>
              </a:ext>
            </a:extLst>
          </p:cNvPr>
          <p:cNvSpPr/>
          <p:nvPr/>
        </p:nvSpPr>
        <p:spPr>
          <a:xfrm rot="16851560">
            <a:off x="2238231" y="3706149"/>
            <a:ext cx="760472" cy="261501"/>
          </a:xfrm>
          <a:custGeom>
            <a:avLst/>
            <a:gdLst>
              <a:gd name="csX0" fmla="*/ 0 w 1092200"/>
              <a:gd name="csY0" fmla="*/ 375571 h 375571"/>
              <a:gd name="csX1" fmla="*/ 133350 w 1092200"/>
              <a:gd name="csY1" fmla="*/ 197771 h 375571"/>
              <a:gd name="csX2" fmla="*/ 361950 w 1092200"/>
              <a:gd name="csY2" fmla="*/ 45371 h 375571"/>
              <a:gd name="csX3" fmla="*/ 539750 w 1092200"/>
              <a:gd name="csY3" fmla="*/ 921 h 375571"/>
              <a:gd name="csX4" fmla="*/ 749300 w 1092200"/>
              <a:gd name="csY4" fmla="*/ 26321 h 375571"/>
              <a:gd name="csX5" fmla="*/ 933450 w 1092200"/>
              <a:gd name="csY5" fmla="*/ 146971 h 375571"/>
              <a:gd name="csX6" fmla="*/ 1092200 w 1092200"/>
              <a:gd name="csY6" fmla="*/ 375571 h 375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92200" h="375571">
                <a:moveTo>
                  <a:pt x="0" y="375571"/>
                </a:moveTo>
                <a:cubicBezTo>
                  <a:pt x="36512" y="314187"/>
                  <a:pt x="73025" y="252804"/>
                  <a:pt x="133350" y="197771"/>
                </a:cubicBezTo>
                <a:cubicBezTo>
                  <a:pt x="193675" y="142738"/>
                  <a:pt x="294217" y="78179"/>
                  <a:pt x="361950" y="45371"/>
                </a:cubicBezTo>
                <a:cubicBezTo>
                  <a:pt x="429683" y="12563"/>
                  <a:pt x="475192" y="4096"/>
                  <a:pt x="539750" y="921"/>
                </a:cubicBezTo>
                <a:cubicBezTo>
                  <a:pt x="604308" y="-2254"/>
                  <a:pt x="683683" y="1979"/>
                  <a:pt x="749300" y="26321"/>
                </a:cubicBezTo>
                <a:cubicBezTo>
                  <a:pt x="814917" y="50663"/>
                  <a:pt x="876300" y="88763"/>
                  <a:pt x="933450" y="146971"/>
                </a:cubicBezTo>
                <a:cubicBezTo>
                  <a:pt x="990600" y="205179"/>
                  <a:pt x="1061508" y="329004"/>
                  <a:pt x="1092200" y="375571"/>
                </a:cubicBezTo>
              </a:path>
            </a:pathLst>
          </a:cu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4495706B-2500-7A0C-7B02-53D7BFF512D9}"/>
              </a:ext>
            </a:extLst>
          </p:cNvPr>
          <p:cNvSpPr/>
          <p:nvPr/>
        </p:nvSpPr>
        <p:spPr>
          <a:xfrm rot="5400000">
            <a:off x="7858308" y="3813341"/>
            <a:ext cx="760472" cy="261501"/>
          </a:xfrm>
          <a:custGeom>
            <a:avLst/>
            <a:gdLst>
              <a:gd name="csX0" fmla="*/ 0 w 1092200"/>
              <a:gd name="csY0" fmla="*/ 375571 h 375571"/>
              <a:gd name="csX1" fmla="*/ 133350 w 1092200"/>
              <a:gd name="csY1" fmla="*/ 197771 h 375571"/>
              <a:gd name="csX2" fmla="*/ 361950 w 1092200"/>
              <a:gd name="csY2" fmla="*/ 45371 h 375571"/>
              <a:gd name="csX3" fmla="*/ 539750 w 1092200"/>
              <a:gd name="csY3" fmla="*/ 921 h 375571"/>
              <a:gd name="csX4" fmla="*/ 749300 w 1092200"/>
              <a:gd name="csY4" fmla="*/ 26321 h 375571"/>
              <a:gd name="csX5" fmla="*/ 933450 w 1092200"/>
              <a:gd name="csY5" fmla="*/ 146971 h 375571"/>
              <a:gd name="csX6" fmla="*/ 1092200 w 1092200"/>
              <a:gd name="csY6" fmla="*/ 375571 h 3755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92200" h="375571">
                <a:moveTo>
                  <a:pt x="0" y="375571"/>
                </a:moveTo>
                <a:cubicBezTo>
                  <a:pt x="36512" y="314187"/>
                  <a:pt x="73025" y="252804"/>
                  <a:pt x="133350" y="197771"/>
                </a:cubicBezTo>
                <a:cubicBezTo>
                  <a:pt x="193675" y="142738"/>
                  <a:pt x="294217" y="78179"/>
                  <a:pt x="361950" y="45371"/>
                </a:cubicBezTo>
                <a:cubicBezTo>
                  <a:pt x="429683" y="12563"/>
                  <a:pt x="475192" y="4096"/>
                  <a:pt x="539750" y="921"/>
                </a:cubicBezTo>
                <a:cubicBezTo>
                  <a:pt x="604308" y="-2254"/>
                  <a:pt x="683683" y="1979"/>
                  <a:pt x="749300" y="26321"/>
                </a:cubicBezTo>
                <a:cubicBezTo>
                  <a:pt x="814917" y="50663"/>
                  <a:pt x="876300" y="88763"/>
                  <a:pt x="933450" y="146971"/>
                </a:cubicBezTo>
                <a:cubicBezTo>
                  <a:pt x="990600" y="205179"/>
                  <a:pt x="1061508" y="329004"/>
                  <a:pt x="1092200" y="375571"/>
                </a:cubicBezTo>
              </a:path>
            </a:pathLst>
          </a:cu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D71037EB-FF95-28FF-D1E9-1CCADF884853}"/>
                  </a:ext>
                </a:extLst>
              </p:cNvPr>
              <p:cNvSpPr txBox="1"/>
              <p:nvPr/>
            </p:nvSpPr>
            <p:spPr>
              <a:xfrm>
                <a:off x="1669375" y="4651206"/>
                <a:ext cx="6599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D71037EB-FF95-28FF-D1E9-1CCADF884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375" y="4651206"/>
                <a:ext cx="659924" cy="276999"/>
              </a:xfrm>
              <a:prstGeom prst="rect">
                <a:avLst/>
              </a:prstGeom>
              <a:blipFill>
                <a:blip r:embed="rId4"/>
                <a:stretch>
                  <a:fillRect l="-7407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528A2351-326E-D026-C16F-AA948EBDB8E0}"/>
                  </a:ext>
                </a:extLst>
              </p:cNvPr>
              <p:cNvSpPr txBox="1"/>
              <p:nvPr/>
            </p:nvSpPr>
            <p:spPr>
              <a:xfrm>
                <a:off x="5540063" y="6398816"/>
                <a:ext cx="6524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528A2351-326E-D026-C16F-AA948EBDB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063" y="6398816"/>
                <a:ext cx="652422" cy="276999"/>
              </a:xfrm>
              <a:prstGeom prst="rect">
                <a:avLst/>
              </a:prstGeom>
              <a:blipFill>
                <a:blip r:embed="rId5"/>
                <a:stretch>
                  <a:fillRect l="-8411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77F3B0DD-6F8D-7889-6D4C-37F8FAB2B873}"/>
                  </a:ext>
                </a:extLst>
              </p:cNvPr>
              <p:cNvSpPr txBox="1"/>
              <p:nvPr/>
            </p:nvSpPr>
            <p:spPr>
              <a:xfrm>
                <a:off x="8686460" y="4663744"/>
                <a:ext cx="655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77F3B0DD-6F8D-7889-6D4C-37F8FAB2B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460" y="4663744"/>
                <a:ext cx="655628" cy="276999"/>
              </a:xfrm>
              <a:prstGeom prst="rect">
                <a:avLst/>
              </a:prstGeom>
              <a:blipFill>
                <a:blip r:embed="rId6"/>
                <a:stretch>
                  <a:fillRect l="-8411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4294F3DE-F94B-450A-03FF-280DE6A84280}"/>
                  </a:ext>
                </a:extLst>
              </p:cNvPr>
              <p:cNvSpPr txBox="1"/>
              <p:nvPr/>
            </p:nvSpPr>
            <p:spPr>
              <a:xfrm>
                <a:off x="2176317" y="3594422"/>
                <a:ext cx="286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4294F3DE-F94B-450A-03FF-280DE6A84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317" y="3594422"/>
                <a:ext cx="286232" cy="276999"/>
              </a:xfrm>
              <a:prstGeom prst="rect">
                <a:avLst/>
              </a:prstGeom>
              <a:blipFill>
                <a:blip r:embed="rId7"/>
                <a:stretch>
                  <a:fillRect l="-17021" r="-425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1F52F76-C89B-389F-BAF6-6778063EE810}"/>
                  </a:ext>
                </a:extLst>
              </p:cNvPr>
              <p:cNvSpPr txBox="1"/>
              <p:nvPr/>
            </p:nvSpPr>
            <p:spPr>
              <a:xfrm>
                <a:off x="8444019" y="3732921"/>
                <a:ext cx="2915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71F52F76-C89B-389F-BAF6-6778063EE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019" y="3732921"/>
                <a:ext cx="291555" cy="276999"/>
              </a:xfrm>
              <a:prstGeom prst="rect">
                <a:avLst/>
              </a:prstGeom>
              <a:blipFill>
                <a:blip r:embed="rId8"/>
                <a:stretch>
                  <a:fillRect l="-16667" r="-416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8A938204-FDDA-8AC4-D4F3-C4EA6CA0465A}"/>
                  </a:ext>
                </a:extLst>
              </p:cNvPr>
              <p:cNvSpPr txBox="1"/>
              <p:nvPr/>
            </p:nvSpPr>
            <p:spPr>
              <a:xfrm>
                <a:off x="5990225" y="4830373"/>
                <a:ext cx="2915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8A938204-FDDA-8AC4-D4F3-C4EA6CA04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225" y="4830373"/>
                <a:ext cx="291555" cy="276999"/>
              </a:xfrm>
              <a:prstGeom prst="rect">
                <a:avLst/>
              </a:prstGeom>
              <a:blipFill>
                <a:blip r:embed="rId9"/>
                <a:stretch>
                  <a:fillRect l="-19149" r="-6383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5B7C8B0F-68A1-5922-D3E4-C5DDCA87F680}"/>
                  </a:ext>
                </a:extLst>
              </p:cNvPr>
              <p:cNvSpPr txBox="1"/>
              <p:nvPr/>
            </p:nvSpPr>
            <p:spPr>
              <a:xfrm>
                <a:off x="3021954" y="1297176"/>
                <a:ext cx="3023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5B7C8B0F-68A1-5922-D3E4-C5DDCA87F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954" y="1297176"/>
                <a:ext cx="302390" cy="276999"/>
              </a:xfrm>
              <a:prstGeom prst="rect">
                <a:avLst/>
              </a:prstGeom>
              <a:blipFill>
                <a:blip r:embed="rId10"/>
                <a:stretch>
                  <a:fillRect l="-10204" r="-6122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D2064225-9E55-2FE1-821C-F639011C9AB6}"/>
                  </a:ext>
                </a:extLst>
              </p:cNvPr>
              <p:cNvSpPr txBox="1"/>
              <p:nvPr/>
            </p:nvSpPr>
            <p:spPr>
              <a:xfrm>
                <a:off x="7381680" y="1369615"/>
                <a:ext cx="3077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D2064225-9E55-2FE1-821C-F639011C9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680" y="1369615"/>
                <a:ext cx="307712" cy="276999"/>
              </a:xfrm>
              <a:prstGeom prst="rect">
                <a:avLst/>
              </a:prstGeom>
              <a:blipFill>
                <a:blip r:embed="rId11"/>
                <a:stretch>
                  <a:fillRect l="-10000" r="-600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A37CD952-FAD9-391F-49BC-27C6D0F2AA1F}"/>
                  </a:ext>
                </a:extLst>
              </p:cNvPr>
              <p:cNvSpPr txBox="1"/>
              <p:nvPr/>
            </p:nvSpPr>
            <p:spPr>
              <a:xfrm>
                <a:off x="5102032" y="194909"/>
                <a:ext cx="3077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A37CD952-FAD9-391F-49BC-27C6D0F2A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032" y="194909"/>
                <a:ext cx="307712" cy="276999"/>
              </a:xfrm>
              <a:prstGeom prst="rect">
                <a:avLst/>
              </a:prstGeom>
              <a:blipFill>
                <a:blip r:embed="rId12"/>
                <a:stretch>
                  <a:fillRect l="-10000" r="-600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C4C2B850-AD26-85C6-E3DA-707FDB642022}"/>
                  </a:ext>
                </a:extLst>
              </p:cNvPr>
              <p:cNvSpPr txBox="1"/>
              <p:nvPr/>
            </p:nvSpPr>
            <p:spPr>
              <a:xfrm>
                <a:off x="4768739" y="2847268"/>
                <a:ext cx="3239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C4C2B850-AD26-85C6-E3DA-707FDB642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739" y="2847268"/>
                <a:ext cx="323935" cy="276999"/>
              </a:xfrm>
              <a:prstGeom prst="rect">
                <a:avLst/>
              </a:prstGeom>
              <a:blipFill>
                <a:blip r:embed="rId13"/>
                <a:stretch>
                  <a:fillRect l="-15094" r="-1887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F399A112-1384-7A06-DA70-17B58115167A}"/>
                  </a:ext>
                </a:extLst>
              </p:cNvPr>
              <p:cNvSpPr txBox="1"/>
              <p:nvPr/>
            </p:nvSpPr>
            <p:spPr>
              <a:xfrm>
                <a:off x="5855337" y="2885053"/>
                <a:ext cx="2865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F399A112-1384-7A06-DA70-17B581151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337" y="2885053"/>
                <a:ext cx="286552" cy="276999"/>
              </a:xfrm>
              <a:prstGeom prst="rect">
                <a:avLst/>
              </a:prstGeom>
              <a:blipFill>
                <a:blip r:embed="rId14"/>
                <a:stretch>
                  <a:fillRect l="-19149" r="-2128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CF319F6C-7FCA-E99B-7784-A2E75DFF4B73}"/>
                  </a:ext>
                </a:extLst>
              </p:cNvPr>
              <p:cNvSpPr txBox="1"/>
              <p:nvPr/>
            </p:nvSpPr>
            <p:spPr>
              <a:xfrm>
                <a:off x="5461605" y="3401774"/>
                <a:ext cx="3239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CF319F6C-7FCA-E99B-7784-A2E75DFF4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605" y="3401774"/>
                <a:ext cx="323935" cy="276999"/>
              </a:xfrm>
              <a:prstGeom prst="rect">
                <a:avLst/>
              </a:prstGeom>
              <a:blipFill>
                <a:blip r:embed="rId15"/>
                <a:stretch>
                  <a:fillRect l="-15094" r="-1887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5BEFF73D-1397-082D-EC07-2E5A2F497FC0}"/>
                  </a:ext>
                </a:extLst>
              </p:cNvPr>
              <p:cNvSpPr txBox="1"/>
              <p:nvPr/>
            </p:nvSpPr>
            <p:spPr>
              <a:xfrm>
                <a:off x="5601522" y="3709188"/>
                <a:ext cx="3216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5BEFF73D-1397-082D-EC07-2E5A2F497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522" y="3709188"/>
                <a:ext cx="321627" cy="276999"/>
              </a:xfrm>
              <a:prstGeom prst="rect">
                <a:avLst/>
              </a:prstGeom>
              <a:blipFill>
                <a:blip r:embed="rId16"/>
                <a:stretch>
                  <a:fillRect l="-24528" r="-3774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54FD6140-4DA8-2E63-200F-6CDC5F0902D2}"/>
                  </a:ext>
                </a:extLst>
              </p:cNvPr>
              <p:cNvSpPr txBox="1"/>
              <p:nvPr/>
            </p:nvSpPr>
            <p:spPr>
              <a:xfrm>
                <a:off x="5608989" y="4256496"/>
                <a:ext cx="3456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54FD6140-4DA8-2E63-200F-6CDC5F090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989" y="4256496"/>
                <a:ext cx="345672" cy="276999"/>
              </a:xfrm>
              <a:prstGeom prst="rect">
                <a:avLst/>
              </a:prstGeom>
              <a:blipFill>
                <a:blip r:embed="rId17"/>
                <a:stretch>
                  <a:fillRect l="-8772" r="-3509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B80D65A2-40F8-8FD8-C984-C5FB2CADD322}"/>
                  </a:ext>
                </a:extLst>
              </p:cNvPr>
              <p:cNvSpPr txBox="1"/>
              <p:nvPr/>
            </p:nvSpPr>
            <p:spPr>
              <a:xfrm>
                <a:off x="3397018" y="3401774"/>
                <a:ext cx="3509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B80D65A2-40F8-8FD8-C984-C5FB2CADD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018" y="3401774"/>
                <a:ext cx="350994" cy="276999"/>
              </a:xfrm>
              <a:prstGeom prst="rect">
                <a:avLst/>
              </a:prstGeom>
              <a:blipFill>
                <a:blip r:embed="rId18"/>
                <a:stretch>
                  <a:fillRect l="-8621" r="-3448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C2EB2944-949D-ADBE-1475-CA24630086D1}"/>
                  </a:ext>
                </a:extLst>
              </p:cNvPr>
              <p:cNvSpPr txBox="1"/>
              <p:nvPr/>
            </p:nvSpPr>
            <p:spPr>
              <a:xfrm>
                <a:off x="7328631" y="3703045"/>
                <a:ext cx="3509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C2EB2944-949D-ADBE-1475-CA2463008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8631" y="3703045"/>
                <a:ext cx="350994" cy="276999"/>
              </a:xfrm>
              <a:prstGeom prst="rect">
                <a:avLst/>
              </a:prstGeom>
              <a:blipFill>
                <a:blip r:embed="rId19"/>
                <a:stretch>
                  <a:fillRect l="-8621" r="-3448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FF82AA95-80A5-27C9-0296-AC65FCAAFC64}"/>
                  </a:ext>
                </a:extLst>
              </p:cNvPr>
              <p:cNvSpPr txBox="1"/>
              <p:nvPr/>
            </p:nvSpPr>
            <p:spPr>
              <a:xfrm>
                <a:off x="4202456" y="1228792"/>
                <a:ext cx="5000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FF82AA95-80A5-27C9-0296-AC65FCAAF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456" y="1228792"/>
                <a:ext cx="500072" cy="276999"/>
              </a:xfrm>
              <a:prstGeom prst="rect">
                <a:avLst/>
              </a:prstGeom>
              <a:blipFill>
                <a:blip r:embed="rId20"/>
                <a:stretch>
                  <a:fillRect l="-1220" r="-3659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33801C7C-2BB3-13D5-4483-DDAC2FAEB592}"/>
              </a:ext>
            </a:extLst>
          </p:cNvPr>
          <p:cNvCxnSpPr/>
          <p:nvPr/>
        </p:nvCxnSpPr>
        <p:spPr>
          <a:xfrm flipH="1">
            <a:off x="5781825" y="601417"/>
            <a:ext cx="1489151" cy="15745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4162308-5E83-7880-4A35-8EA099EA3ACF}"/>
              </a:ext>
            </a:extLst>
          </p:cNvPr>
          <p:cNvSpPr txBox="1"/>
          <p:nvPr/>
        </p:nvSpPr>
        <p:spPr>
          <a:xfrm>
            <a:off x="7237924" y="379076"/>
            <a:ext cx="2508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移动平台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3C27D8BA-CB67-C48B-DCB1-C5D38A6EE953}"/>
              </a:ext>
            </a:extLst>
          </p:cNvPr>
          <p:cNvSpPr txBox="1"/>
          <p:nvPr/>
        </p:nvSpPr>
        <p:spPr>
          <a:xfrm>
            <a:off x="1999337" y="2385296"/>
            <a:ext cx="819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支链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D10C23CA-7705-37A2-4092-815B1C9BD10D}"/>
              </a:ext>
            </a:extLst>
          </p:cNvPr>
          <p:cNvCxnSpPr>
            <a:cxnSpLocks/>
          </p:cNvCxnSpPr>
          <p:nvPr/>
        </p:nvCxnSpPr>
        <p:spPr>
          <a:xfrm>
            <a:off x="2683881" y="2657959"/>
            <a:ext cx="601684" cy="2423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356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</TotalTime>
  <Words>24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宋体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倍佐 刘</dc:creator>
  <cp:lastModifiedBy>倍佐 刘</cp:lastModifiedBy>
  <cp:revision>2</cp:revision>
  <dcterms:created xsi:type="dcterms:W3CDTF">2026-03-10T05:45:44Z</dcterms:created>
  <dcterms:modified xsi:type="dcterms:W3CDTF">2026-03-27T07:25:09Z</dcterms:modified>
</cp:coreProperties>
</file>